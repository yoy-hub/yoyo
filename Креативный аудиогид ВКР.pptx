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7" r:id="rId4"/>
    <p:sldId id="259" r:id="rId5"/>
    <p:sldId id="260" r:id="rId6"/>
    <p:sldId id="267" r:id="rId7"/>
    <p:sldId id="270" r:id="rId8"/>
    <p:sldId id="268" r:id="rId9"/>
    <p:sldId id="271" r:id="rId10"/>
    <p:sldId id="276" r:id="rId11"/>
    <p:sldId id="275" r:id="rId12"/>
    <p:sldId id="277" r:id="rId13"/>
    <p:sldId id="272" r:id="rId14"/>
    <p:sldId id="273" r:id="rId15"/>
    <p:sldId id="274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8235" autoAdjust="0"/>
  </p:normalViewPr>
  <p:slideViewPr>
    <p:cSldViewPr snapToGrid="0">
      <p:cViewPr varScale="1">
        <p:scale>
          <a:sx n="72" d="100"/>
          <a:sy n="72" d="100"/>
        </p:scale>
        <p:origin x="9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305F53-CED6-4F28-BE08-63B49AA412A3}" type="doc">
      <dgm:prSet loTypeId="urn:microsoft.com/office/officeart/2005/8/layout/vList6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48C89FD1-C63B-4AC4-A42B-28BDA69AC875}">
      <dgm:prSet phldrT="[Текст]"/>
      <dgm:spPr/>
      <dgm:t>
        <a:bodyPr/>
        <a:lstStyle/>
        <a:p>
          <a:r>
            <a:rPr lang="ru-RU" b="1" i="0" dirty="0"/>
            <a:t>Технологическая сложность</a:t>
          </a:r>
          <a:endParaRPr lang="ru-RU" dirty="0"/>
        </a:p>
      </dgm:t>
    </dgm:pt>
    <dgm:pt modelId="{19264984-2653-4363-8AEA-11943BB278BE}" type="parTrans" cxnId="{EC9D0FD4-16AC-46ED-9389-45214B02DFAB}">
      <dgm:prSet/>
      <dgm:spPr/>
      <dgm:t>
        <a:bodyPr/>
        <a:lstStyle/>
        <a:p>
          <a:endParaRPr lang="ru-RU"/>
        </a:p>
      </dgm:t>
    </dgm:pt>
    <dgm:pt modelId="{0A3C635C-0E4E-43F5-A1E6-FA96EAAD6382}" type="sibTrans" cxnId="{EC9D0FD4-16AC-46ED-9389-45214B02DFAB}">
      <dgm:prSet/>
      <dgm:spPr/>
      <dgm:t>
        <a:bodyPr/>
        <a:lstStyle/>
        <a:p>
          <a:endParaRPr lang="ru-RU"/>
        </a:p>
      </dgm:t>
    </dgm:pt>
    <dgm:pt modelId="{BA0626FB-CE89-49B8-B2ED-D3FC8CF30B4B}">
      <dgm:prSet phldrT="[Текст]"/>
      <dgm:spPr/>
      <dgm:t>
        <a:bodyPr/>
        <a:lstStyle/>
        <a:p>
          <a:r>
            <a:rPr lang="ru-RU" b="0" i="0" dirty="0"/>
            <a:t>Доступ в одно касание, без приложений и авторизации</a:t>
          </a:r>
          <a:endParaRPr lang="ru-RU" dirty="0"/>
        </a:p>
      </dgm:t>
    </dgm:pt>
    <dgm:pt modelId="{927FF674-9E89-4ABB-9BB8-8DA32A3A6D70}" type="parTrans" cxnId="{EC4A476A-0292-4DFD-96F9-B157AF884057}">
      <dgm:prSet/>
      <dgm:spPr/>
      <dgm:t>
        <a:bodyPr/>
        <a:lstStyle/>
        <a:p>
          <a:endParaRPr lang="ru-RU"/>
        </a:p>
      </dgm:t>
    </dgm:pt>
    <dgm:pt modelId="{FDFBBD7B-3851-476E-9A9F-067C212D43E7}" type="sibTrans" cxnId="{EC4A476A-0292-4DFD-96F9-B157AF884057}">
      <dgm:prSet/>
      <dgm:spPr/>
      <dgm:t>
        <a:bodyPr/>
        <a:lstStyle/>
        <a:p>
          <a:endParaRPr lang="ru-RU"/>
        </a:p>
      </dgm:t>
    </dgm:pt>
    <dgm:pt modelId="{32030FB9-DB52-4D42-B39E-2C7C2B4E957B}">
      <dgm:prSet phldrT="[Текст]"/>
      <dgm:spPr/>
      <dgm:t>
        <a:bodyPr/>
        <a:lstStyle/>
        <a:p>
          <a:r>
            <a:rPr lang="ru-RU" b="1" i="0" dirty="0"/>
            <a:t>Стандартизация контента</a:t>
          </a:r>
          <a:endParaRPr lang="ru-RU" dirty="0"/>
        </a:p>
      </dgm:t>
    </dgm:pt>
    <dgm:pt modelId="{E6047538-FE90-485D-9741-F1D8448D8D4A}" type="parTrans" cxnId="{731C325D-DBB3-4777-8A20-73C74D81CB6D}">
      <dgm:prSet/>
      <dgm:spPr/>
      <dgm:t>
        <a:bodyPr/>
        <a:lstStyle/>
        <a:p>
          <a:endParaRPr lang="ru-RU"/>
        </a:p>
      </dgm:t>
    </dgm:pt>
    <dgm:pt modelId="{7F0DAE01-5983-4E21-8889-23329FF56CED}" type="sibTrans" cxnId="{731C325D-DBB3-4777-8A20-73C74D81CB6D}">
      <dgm:prSet/>
      <dgm:spPr/>
      <dgm:t>
        <a:bodyPr/>
        <a:lstStyle/>
        <a:p>
          <a:endParaRPr lang="ru-RU"/>
        </a:p>
      </dgm:t>
    </dgm:pt>
    <dgm:pt modelId="{024D4780-121B-4569-8C20-533BECF00B85}">
      <dgm:prSet phldrT="[Текст]"/>
      <dgm:spPr/>
      <dgm:t>
        <a:bodyPr/>
        <a:lstStyle/>
        <a:p>
          <a:r>
            <a:rPr lang="ru-RU" b="0" i="0" dirty="0"/>
            <a:t>Авторские тексты, поэзия, сказка — уникальный, нешаблонный контент</a:t>
          </a:r>
          <a:endParaRPr lang="ru-RU" dirty="0"/>
        </a:p>
      </dgm:t>
    </dgm:pt>
    <dgm:pt modelId="{8255ACE4-87E6-43BA-826E-37B1BB8C8154}" type="parTrans" cxnId="{A6010DED-8AF1-418F-BD9B-87D6E06DA747}">
      <dgm:prSet/>
      <dgm:spPr/>
      <dgm:t>
        <a:bodyPr/>
        <a:lstStyle/>
        <a:p>
          <a:endParaRPr lang="ru-RU"/>
        </a:p>
      </dgm:t>
    </dgm:pt>
    <dgm:pt modelId="{645CD184-6856-4EE7-BCF3-1BBDE54D39B6}" type="sibTrans" cxnId="{A6010DED-8AF1-418F-BD9B-87D6E06DA747}">
      <dgm:prSet/>
      <dgm:spPr/>
      <dgm:t>
        <a:bodyPr/>
        <a:lstStyle/>
        <a:p>
          <a:endParaRPr lang="ru-RU"/>
        </a:p>
      </dgm:t>
    </dgm:pt>
    <dgm:pt modelId="{3E484794-88C9-4DCF-94D3-461D55900DB2}">
      <dgm:prSet phldrT="[Текст]"/>
      <dgm:spPr/>
      <dgm:t>
        <a:bodyPr/>
        <a:lstStyle/>
        <a:p>
          <a:r>
            <a:rPr lang="ru-RU" b="0" i="0" dirty="0"/>
            <a:t>Единая точка входа: справочник + аудиогид в связке</a:t>
          </a:r>
          <a:endParaRPr lang="ru-RU" dirty="0"/>
        </a:p>
      </dgm:t>
    </dgm:pt>
    <dgm:pt modelId="{0B5F025A-7ED0-4B0A-B0CE-1C5E00C9A064}" type="parTrans" cxnId="{D224627C-23DC-4F5A-AA86-3F5A73CE9CE8}">
      <dgm:prSet/>
      <dgm:spPr/>
      <dgm:t>
        <a:bodyPr/>
        <a:lstStyle/>
        <a:p>
          <a:endParaRPr lang="ru-RU"/>
        </a:p>
      </dgm:t>
    </dgm:pt>
    <dgm:pt modelId="{9D078C93-C6F7-419E-A758-5963EBA94A93}" type="sibTrans" cxnId="{D224627C-23DC-4F5A-AA86-3F5A73CE9CE8}">
      <dgm:prSet/>
      <dgm:spPr/>
      <dgm:t>
        <a:bodyPr/>
        <a:lstStyle/>
        <a:p>
          <a:endParaRPr lang="ru-RU"/>
        </a:p>
      </dgm:t>
    </dgm:pt>
    <dgm:pt modelId="{70ADE05F-64E0-457A-8755-99B5D00D66A1}">
      <dgm:prSet/>
      <dgm:spPr/>
      <dgm:t>
        <a:bodyPr/>
        <a:lstStyle/>
        <a:p>
          <a:r>
            <a:rPr lang="ru-RU" b="1" i="0" dirty="0"/>
            <a:t>Фрагментация экосистемы</a:t>
          </a:r>
          <a:endParaRPr lang="ru-RU" dirty="0"/>
        </a:p>
      </dgm:t>
    </dgm:pt>
    <dgm:pt modelId="{FF8CDAF2-556C-42E5-A53E-E0C61DE68DD2}" type="parTrans" cxnId="{4226D908-1BA8-4B06-820C-C792274E70AA}">
      <dgm:prSet/>
      <dgm:spPr/>
      <dgm:t>
        <a:bodyPr/>
        <a:lstStyle/>
        <a:p>
          <a:endParaRPr lang="ru-RU"/>
        </a:p>
      </dgm:t>
    </dgm:pt>
    <dgm:pt modelId="{F1F36299-BF98-4D4D-B3FB-E98E1E6CB946}" type="sibTrans" cxnId="{4226D908-1BA8-4B06-820C-C792274E70AA}">
      <dgm:prSet/>
      <dgm:spPr/>
      <dgm:t>
        <a:bodyPr/>
        <a:lstStyle/>
        <a:p>
          <a:endParaRPr lang="ru-RU"/>
        </a:p>
      </dgm:t>
    </dgm:pt>
    <dgm:pt modelId="{179EA898-9D49-4AFF-9E52-047944E75692}" type="pres">
      <dgm:prSet presAssocID="{4D305F53-CED6-4F28-BE08-63B49AA412A3}" presName="Name0" presStyleCnt="0">
        <dgm:presLayoutVars>
          <dgm:dir/>
          <dgm:animLvl val="lvl"/>
          <dgm:resizeHandles/>
        </dgm:presLayoutVars>
      </dgm:prSet>
      <dgm:spPr/>
    </dgm:pt>
    <dgm:pt modelId="{2BAFCC33-4755-4E76-9B56-A3DBC88892DB}" type="pres">
      <dgm:prSet presAssocID="{48C89FD1-C63B-4AC4-A42B-28BDA69AC875}" presName="linNode" presStyleCnt="0"/>
      <dgm:spPr/>
    </dgm:pt>
    <dgm:pt modelId="{DCC83416-BFD1-41F4-B614-60421BAEF474}" type="pres">
      <dgm:prSet presAssocID="{48C89FD1-C63B-4AC4-A42B-28BDA69AC875}" presName="parentShp" presStyleLbl="node1" presStyleIdx="0" presStyleCnt="3">
        <dgm:presLayoutVars>
          <dgm:bulletEnabled val="1"/>
        </dgm:presLayoutVars>
      </dgm:prSet>
      <dgm:spPr/>
    </dgm:pt>
    <dgm:pt modelId="{383CD947-94FA-436E-8659-B850B316FB26}" type="pres">
      <dgm:prSet presAssocID="{48C89FD1-C63B-4AC4-A42B-28BDA69AC875}" presName="childShp" presStyleLbl="bgAccFollowNode1" presStyleIdx="0" presStyleCnt="3">
        <dgm:presLayoutVars>
          <dgm:bulletEnabled val="1"/>
        </dgm:presLayoutVars>
      </dgm:prSet>
      <dgm:spPr/>
    </dgm:pt>
    <dgm:pt modelId="{6B30968A-0FDD-4614-85AA-C9E31D7A07EF}" type="pres">
      <dgm:prSet presAssocID="{0A3C635C-0E4E-43F5-A1E6-FA96EAAD6382}" presName="spacing" presStyleCnt="0"/>
      <dgm:spPr/>
    </dgm:pt>
    <dgm:pt modelId="{FE4BB2CB-E487-4CAB-A7DC-8E8E545EC2C3}" type="pres">
      <dgm:prSet presAssocID="{32030FB9-DB52-4D42-B39E-2C7C2B4E957B}" presName="linNode" presStyleCnt="0"/>
      <dgm:spPr/>
    </dgm:pt>
    <dgm:pt modelId="{41131F0D-71DB-48FB-B3DD-532442D0C581}" type="pres">
      <dgm:prSet presAssocID="{32030FB9-DB52-4D42-B39E-2C7C2B4E957B}" presName="parentShp" presStyleLbl="node1" presStyleIdx="1" presStyleCnt="3">
        <dgm:presLayoutVars>
          <dgm:bulletEnabled val="1"/>
        </dgm:presLayoutVars>
      </dgm:prSet>
      <dgm:spPr/>
    </dgm:pt>
    <dgm:pt modelId="{103EE304-37C0-485D-9A02-DC5E62BDBD3B}" type="pres">
      <dgm:prSet presAssocID="{32030FB9-DB52-4D42-B39E-2C7C2B4E957B}" presName="childShp" presStyleLbl="bgAccFollowNode1" presStyleIdx="1" presStyleCnt="3">
        <dgm:presLayoutVars>
          <dgm:bulletEnabled val="1"/>
        </dgm:presLayoutVars>
      </dgm:prSet>
      <dgm:spPr/>
    </dgm:pt>
    <dgm:pt modelId="{3F5A7004-01D0-40EF-8E74-207B286B224D}" type="pres">
      <dgm:prSet presAssocID="{7F0DAE01-5983-4E21-8889-23329FF56CED}" presName="spacing" presStyleCnt="0"/>
      <dgm:spPr/>
    </dgm:pt>
    <dgm:pt modelId="{5112865C-B77E-4327-B1B7-5C5C5050EB83}" type="pres">
      <dgm:prSet presAssocID="{70ADE05F-64E0-457A-8755-99B5D00D66A1}" presName="linNode" presStyleCnt="0"/>
      <dgm:spPr/>
    </dgm:pt>
    <dgm:pt modelId="{886DD944-034E-41C9-B973-19B2AF13D746}" type="pres">
      <dgm:prSet presAssocID="{70ADE05F-64E0-457A-8755-99B5D00D66A1}" presName="parentShp" presStyleLbl="node1" presStyleIdx="2" presStyleCnt="3">
        <dgm:presLayoutVars>
          <dgm:bulletEnabled val="1"/>
        </dgm:presLayoutVars>
      </dgm:prSet>
      <dgm:spPr/>
    </dgm:pt>
    <dgm:pt modelId="{23BA9D72-E5DE-438D-A336-4999AB5EC82D}" type="pres">
      <dgm:prSet presAssocID="{70ADE05F-64E0-457A-8755-99B5D00D66A1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4226D908-1BA8-4B06-820C-C792274E70AA}" srcId="{4D305F53-CED6-4F28-BE08-63B49AA412A3}" destId="{70ADE05F-64E0-457A-8755-99B5D00D66A1}" srcOrd="2" destOrd="0" parTransId="{FF8CDAF2-556C-42E5-A53E-E0C61DE68DD2}" sibTransId="{F1F36299-BF98-4D4D-B3FB-E98E1E6CB946}"/>
    <dgm:cxn modelId="{E0624D09-46C6-41F5-9E22-F0E6EB51006B}" type="presOf" srcId="{48C89FD1-C63B-4AC4-A42B-28BDA69AC875}" destId="{DCC83416-BFD1-41F4-B614-60421BAEF474}" srcOrd="0" destOrd="0" presId="urn:microsoft.com/office/officeart/2005/8/layout/vList6"/>
    <dgm:cxn modelId="{CFAAD537-6874-40D8-9100-95E2F0C8C05B}" type="presOf" srcId="{3E484794-88C9-4DCF-94D3-461D55900DB2}" destId="{23BA9D72-E5DE-438D-A336-4999AB5EC82D}" srcOrd="0" destOrd="0" presId="urn:microsoft.com/office/officeart/2005/8/layout/vList6"/>
    <dgm:cxn modelId="{9E826440-2D8C-41A6-BBC8-556CC5A6CC48}" type="presOf" srcId="{70ADE05F-64E0-457A-8755-99B5D00D66A1}" destId="{886DD944-034E-41C9-B973-19B2AF13D746}" srcOrd="0" destOrd="0" presId="urn:microsoft.com/office/officeart/2005/8/layout/vList6"/>
    <dgm:cxn modelId="{731C325D-DBB3-4777-8A20-73C74D81CB6D}" srcId="{4D305F53-CED6-4F28-BE08-63B49AA412A3}" destId="{32030FB9-DB52-4D42-B39E-2C7C2B4E957B}" srcOrd="1" destOrd="0" parTransId="{E6047538-FE90-485D-9741-F1D8448D8D4A}" sibTransId="{7F0DAE01-5983-4E21-8889-23329FF56CED}"/>
    <dgm:cxn modelId="{EC4A476A-0292-4DFD-96F9-B157AF884057}" srcId="{48C89FD1-C63B-4AC4-A42B-28BDA69AC875}" destId="{BA0626FB-CE89-49B8-B2ED-D3FC8CF30B4B}" srcOrd="0" destOrd="0" parTransId="{927FF674-9E89-4ABB-9BB8-8DA32A3A6D70}" sibTransId="{FDFBBD7B-3851-476E-9A9F-067C212D43E7}"/>
    <dgm:cxn modelId="{C0724B4D-5414-48D8-AEB5-D72D6D8AFAA4}" type="presOf" srcId="{BA0626FB-CE89-49B8-B2ED-D3FC8CF30B4B}" destId="{383CD947-94FA-436E-8659-B850B316FB26}" srcOrd="0" destOrd="0" presId="urn:microsoft.com/office/officeart/2005/8/layout/vList6"/>
    <dgm:cxn modelId="{D224627C-23DC-4F5A-AA86-3F5A73CE9CE8}" srcId="{70ADE05F-64E0-457A-8755-99B5D00D66A1}" destId="{3E484794-88C9-4DCF-94D3-461D55900DB2}" srcOrd="0" destOrd="0" parTransId="{0B5F025A-7ED0-4B0A-B0CE-1C5E00C9A064}" sibTransId="{9D078C93-C6F7-419E-A758-5963EBA94A93}"/>
    <dgm:cxn modelId="{557B6A81-0793-41E1-8346-F367F107FAAC}" type="presOf" srcId="{024D4780-121B-4569-8C20-533BECF00B85}" destId="{103EE304-37C0-485D-9A02-DC5E62BDBD3B}" srcOrd="0" destOrd="0" presId="urn:microsoft.com/office/officeart/2005/8/layout/vList6"/>
    <dgm:cxn modelId="{AF1326A4-1516-4554-BF34-C78FA80AF8A9}" type="presOf" srcId="{4D305F53-CED6-4F28-BE08-63B49AA412A3}" destId="{179EA898-9D49-4AFF-9E52-047944E75692}" srcOrd="0" destOrd="0" presId="urn:microsoft.com/office/officeart/2005/8/layout/vList6"/>
    <dgm:cxn modelId="{EC9D0FD4-16AC-46ED-9389-45214B02DFAB}" srcId="{4D305F53-CED6-4F28-BE08-63B49AA412A3}" destId="{48C89FD1-C63B-4AC4-A42B-28BDA69AC875}" srcOrd="0" destOrd="0" parTransId="{19264984-2653-4363-8AEA-11943BB278BE}" sibTransId="{0A3C635C-0E4E-43F5-A1E6-FA96EAAD6382}"/>
    <dgm:cxn modelId="{BAC403E1-5AB1-4BCA-A3BB-B6C867A41BBF}" type="presOf" srcId="{32030FB9-DB52-4D42-B39E-2C7C2B4E957B}" destId="{41131F0D-71DB-48FB-B3DD-532442D0C581}" srcOrd="0" destOrd="0" presId="urn:microsoft.com/office/officeart/2005/8/layout/vList6"/>
    <dgm:cxn modelId="{A6010DED-8AF1-418F-BD9B-87D6E06DA747}" srcId="{32030FB9-DB52-4D42-B39E-2C7C2B4E957B}" destId="{024D4780-121B-4569-8C20-533BECF00B85}" srcOrd="0" destOrd="0" parTransId="{8255ACE4-87E6-43BA-826E-37B1BB8C8154}" sibTransId="{645CD184-6856-4EE7-BCF3-1BBDE54D39B6}"/>
    <dgm:cxn modelId="{15190760-B0CE-4956-AD99-3734A82DDB5A}" type="presParOf" srcId="{179EA898-9D49-4AFF-9E52-047944E75692}" destId="{2BAFCC33-4755-4E76-9B56-A3DBC88892DB}" srcOrd="0" destOrd="0" presId="urn:microsoft.com/office/officeart/2005/8/layout/vList6"/>
    <dgm:cxn modelId="{B9CE9E7B-D04E-45FB-B854-C01D1321EB24}" type="presParOf" srcId="{2BAFCC33-4755-4E76-9B56-A3DBC88892DB}" destId="{DCC83416-BFD1-41F4-B614-60421BAEF474}" srcOrd="0" destOrd="0" presId="urn:microsoft.com/office/officeart/2005/8/layout/vList6"/>
    <dgm:cxn modelId="{A3142F4C-36CB-4234-A13A-A0EE390B0905}" type="presParOf" srcId="{2BAFCC33-4755-4E76-9B56-A3DBC88892DB}" destId="{383CD947-94FA-436E-8659-B850B316FB26}" srcOrd="1" destOrd="0" presId="urn:microsoft.com/office/officeart/2005/8/layout/vList6"/>
    <dgm:cxn modelId="{688B37AF-9FDC-41E3-A77D-2A65246008A1}" type="presParOf" srcId="{179EA898-9D49-4AFF-9E52-047944E75692}" destId="{6B30968A-0FDD-4614-85AA-C9E31D7A07EF}" srcOrd="1" destOrd="0" presId="urn:microsoft.com/office/officeart/2005/8/layout/vList6"/>
    <dgm:cxn modelId="{723D0AC2-1661-48D6-BAD7-DC0AB72C06A3}" type="presParOf" srcId="{179EA898-9D49-4AFF-9E52-047944E75692}" destId="{FE4BB2CB-E487-4CAB-A7DC-8E8E545EC2C3}" srcOrd="2" destOrd="0" presId="urn:microsoft.com/office/officeart/2005/8/layout/vList6"/>
    <dgm:cxn modelId="{A1D33385-3DBA-41C0-9828-8AAB4C6B3326}" type="presParOf" srcId="{FE4BB2CB-E487-4CAB-A7DC-8E8E545EC2C3}" destId="{41131F0D-71DB-48FB-B3DD-532442D0C581}" srcOrd="0" destOrd="0" presId="urn:microsoft.com/office/officeart/2005/8/layout/vList6"/>
    <dgm:cxn modelId="{D2FB8754-B0FB-443E-8426-A7626F7AC97F}" type="presParOf" srcId="{FE4BB2CB-E487-4CAB-A7DC-8E8E545EC2C3}" destId="{103EE304-37C0-485D-9A02-DC5E62BDBD3B}" srcOrd="1" destOrd="0" presId="urn:microsoft.com/office/officeart/2005/8/layout/vList6"/>
    <dgm:cxn modelId="{50930EC9-E850-4313-A583-C8D16210DA64}" type="presParOf" srcId="{179EA898-9D49-4AFF-9E52-047944E75692}" destId="{3F5A7004-01D0-40EF-8E74-207B286B224D}" srcOrd="3" destOrd="0" presId="urn:microsoft.com/office/officeart/2005/8/layout/vList6"/>
    <dgm:cxn modelId="{404BDD91-6397-4A93-9A21-DE082473DE17}" type="presParOf" srcId="{179EA898-9D49-4AFF-9E52-047944E75692}" destId="{5112865C-B77E-4327-B1B7-5C5C5050EB83}" srcOrd="4" destOrd="0" presId="urn:microsoft.com/office/officeart/2005/8/layout/vList6"/>
    <dgm:cxn modelId="{CE144344-8988-449B-A7B5-3132F87623AA}" type="presParOf" srcId="{5112865C-B77E-4327-B1B7-5C5C5050EB83}" destId="{886DD944-034E-41C9-B973-19B2AF13D746}" srcOrd="0" destOrd="0" presId="urn:microsoft.com/office/officeart/2005/8/layout/vList6"/>
    <dgm:cxn modelId="{48F9F142-A75E-4479-AA31-5FAF412A6D32}" type="presParOf" srcId="{5112865C-B77E-4327-B1B7-5C5C5050EB83}" destId="{23BA9D72-E5DE-438D-A336-4999AB5EC82D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EB788E-7AA3-44C0-89CE-40011122569E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ru-RU"/>
        </a:p>
      </dgm:t>
    </dgm:pt>
    <dgm:pt modelId="{F612B83C-7089-4C34-828D-5CCD8312B7F0}">
      <dgm:prSet/>
      <dgm:spPr/>
      <dgm:t>
        <a:bodyPr/>
        <a:lstStyle/>
        <a:p>
          <a:r>
            <a:rPr lang="ru-RU" baseline="0" dirty="0">
              <a:solidFill>
                <a:schemeClr val="tx1"/>
              </a:solidFill>
            </a:rPr>
            <a:t>11 гостей апарт-отеля, структурированное интервью</a:t>
          </a:r>
          <a:endParaRPr lang="ru-RU" dirty="0">
            <a:solidFill>
              <a:schemeClr val="tx1"/>
            </a:solidFill>
          </a:endParaRPr>
        </a:p>
      </dgm:t>
    </dgm:pt>
    <dgm:pt modelId="{A076B648-022E-4A7A-A8E4-94F494B3D449}" type="parTrans" cxnId="{62A75FDF-8E3A-433B-95BC-3DD22345139E}">
      <dgm:prSet/>
      <dgm:spPr/>
      <dgm:t>
        <a:bodyPr/>
        <a:lstStyle/>
        <a:p>
          <a:endParaRPr lang="ru-RU"/>
        </a:p>
      </dgm:t>
    </dgm:pt>
    <dgm:pt modelId="{7FCEC116-57A8-4B24-B081-6E70F0C965DB}" type="sibTrans" cxnId="{62A75FDF-8E3A-433B-95BC-3DD22345139E}">
      <dgm:prSet/>
      <dgm:spPr/>
      <dgm:t>
        <a:bodyPr/>
        <a:lstStyle/>
        <a:p>
          <a:endParaRPr lang="ru-RU"/>
        </a:p>
      </dgm:t>
    </dgm:pt>
    <dgm:pt modelId="{F38E8A75-960C-479A-BCC8-BFDC1A0D4012}">
      <dgm:prSet custT="1"/>
      <dgm:spPr/>
      <dgm:t>
        <a:bodyPr/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baseline="0" dirty="0">
              <a:solidFill>
                <a:prstClr val="black"/>
              </a:solidFill>
              <a:latin typeface="Franklin Gothic Book" panose="020B0503020102020204"/>
              <a:ea typeface="+mn-ea"/>
              <a:cs typeface="+mn-cs"/>
            </a:rPr>
            <a:t>Доступ: 10 из 11 — без затруднений</a:t>
          </a:r>
        </a:p>
      </dgm:t>
    </dgm:pt>
    <dgm:pt modelId="{188F0EA3-D6DB-4927-A31D-1EDA88C2A662}" type="parTrans" cxnId="{1A567448-B26D-4269-82D0-4EA9CA485AB2}">
      <dgm:prSet/>
      <dgm:spPr/>
      <dgm:t>
        <a:bodyPr/>
        <a:lstStyle/>
        <a:p>
          <a:endParaRPr lang="ru-RU"/>
        </a:p>
      </dgm:t>
    </dgm:pt>
    <dgm:pt modelId="{2269E340-C99E-4623-9E70-7755C71ECCB1}" type="sibTrans" cxnId="{1A567448-B26D-4269-82D0-4EA9CA485AB2}">
      <dgm:prSet/>
      <dgm:spPr/>
      <dgm:t>
        <a:bodyPr/>
        <a:lstStyle/>
        <a:p>
          <a:endParaRPr lang="ru-RU"/>
        </a:p>
      </dgm:t>
    </dgm:pt>
    <dgm:pt modelId="{4BC838C9-2716-4760-A956-0AA5B74CE772}">
      <dgm:prSet custT="1"/>
      <dgm:spPr/>
      <dgm:t>
        <a:bodyPr/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baseline="0" dirty="0">
              <a:solidFill>
                <a:prstClr val="black"/>
              </a:solidFill>
              <a:latin typeface="Franklin Gothic Book" panose="020B0503020102020204"/>
              <a:ea typeface="+mn-ea"/>
              <a:cs typeface="+mn-cs"/>
            </a:rPr>
            <a:t>Новизна: 10 из 11 узнали новое о городе</a:t>
          </a:r>
        </a:p>
      </dgm:t>
    </dgm:pt>
    <dgm:pt modelId="{F893B7D7-2AB7-4956-B76D-2ACEC9659984}" type="parTrans" cxnId="{4D372501-09B9-4EA8-B602-919F90AF4EED}">
      <dgm:prSet/>
      <dgm:spPr/>
      <dgm:t>
        <a:bodyPr/>
        <a:lstStyle/>
        <a:p>
          <a:endParaRPr lang="ru-RU"/>
        </a:p>
      </dgm:t>
    </dgm:pt>
    <dgm:pt modelId="{4D4FC08A-BCB7-4F93-A3CE-9D839035CCED}" type="sibTrans" cxnId="{4D372501-09B9-4EA8-B602-919F90AF4EED}">
      <dgm:prSet/>
      <dgm:spPr/>
      <dgm:t>
        <a:bodyPr/>
        <a:lstStyle/>
        <a:p>
          <a:endParaRPr lang="ru-RU"/>
        </a:p>
      </dgm:t>
    </dgm:pt>
    <dgm:pt modelId="{6AEF9D7D-764A-403F-AD64-8FEB909D816A}">
      <dgm:prSet/>
      <dgm:spPr/>
      <dgm:t>
        <a:bodyPr/>
        <a:lstStyle/>
        <a:p>
          <a:r>
            <a:rPr lang="ru-RU" baseline="0" dirty="0"/>
            <a:t>Поэзия: устойчивый эмоциональный отклик</a:t>
          </a:r>
          <a:endParaRPr lang="ru-RU" dirty="0"/>
        </a:p>
      </dgm:t>
    </dgm:pt>
    <dgm:pt modelId="{03CB888B-BCCF-4C7B-BDD9-0302D7DB50D2}" type="parTrans" cxnId="{BBA17D3F-E987-4C0E-9944-41CA3FE17647}">
      <dgm:prSet/>
      <dgm:spPr/>
      <dgm:t>
        <a:bodyPr/>
        <a:lstStyle/>
        <a:p>
          <a:endParaRPr lang="ru-RU"/>
        </a:p>
      </dgm:t>
    </dgm:pt>
    <dgm:pt modelId="{20ED79C6-6DE1-4E98-9B5E-C3F4BF70D04E}" type="sibTrans" cxnId="{BBA17D3F-E987-4C0E-9944-41CA3FE17647}">
      <dgm:prSet/>
      <dgm:spPr/>
      <dgm:t>
        <a:bodyPr/>
        <a:lstStyle/>
        <a:p>
          <a:endParaRPr lang="ru-RU"/>
        </a:p>
      </dgm:t>
    </dgm:pt>
    <dgm:pt modelId="{C7B2DAE4-F2EE-4A2E-9251-C739F2C96E9B}">
      <dgm:prSet/>
      <dgm:spPr/>
      <dgm:t>
        <a:bodyPr/>
        <a:lstStyle/>
        <a:p>
          <a:r>
            <a:rPr lang="ru-RU" baseline="0"/>
            <a:t>Сказка: в 2 из 3 семей — интерес и визит к объекту</a:t>
          </a:r>
          <a:endParaRPr lang="ru-RU"/>
        </a:p>
      </dgm:t>
    </dgm:pt>
    <dgm:pt modelId="{E4291EBD-6842-406B-8873-3AF347E84928}" type="parTrans" cxnId="{C373B6ED-990F-425F-A20F-CAF09F94585D}">
      <dgm:prSet/>
      <dgm:spPr/>
      <dgm:t>
        <a:bodyPr/>
        <a:lstStyle/>
        <a:p>
          <a:endParaRPr lang="ru-RU"/>
        </a:p>
      </dgm:t>
    </dgm:pt>
    <dgm:pt modelId="{4B258BC1-CFC9-4BB8-BD7F-A348D6922BA3}" type="sibTrans" cxnId="{C373B6ED-990F-425F-A20F-CAF09F94585D}">
      <dgm:prSet/>
      <dgm:spPr/>
      <dgm:t>
        <a:bodyPr/>
        <a:lstStyle/>
        <a:p>
          <a:endParaRPr lang="ru-RU"/>
        </a:p>
      </dgm:t>
    </dgm:pt>
    <dgm:pt modelId="{D018B969-7B56-48F3-B8EF-A401C637F0FB}">
      <dgm:prSet/>
      <dgm:spPr/>
      <dgm:t>
        <a:bodyPr/>
        <a:lstStyle/>
        <a:p>
          <a:r>
            <a:rPr lang="ru-RU" baseline="0"/>
            <a:t>10 из 11 готовы рекомендовать</a:t>
          </a:r>
          <a:endParaRPr lang="ru-RU"/>
        </a:p>
      </dgm:t>
    </dgm:pt>
    <dgm:pt modelId="{9BB9A0D7-F7CB-4467-9DD3-B2546C9212A1}" type="parTrans" cxnId="{203FD64D-A9C9-4543-A346-B09244856D01}">
      <dgm:prSet/>
      <dgm:spPr/>
      <dgm:t>
        <a:bodyPr/>
        <a:lstStyle/>
        <a:p>
          <a:endParaRPr lang="ru-RU"/>
        </a:p>
      </dgm:t>
    </dgm:pt>
    <dgm:pt modelId="{F1E45961-521D-45D5-B623-863DAA262EF2}" type="sibTrans" cxnId="{203FD64D-A9C9-4543-A346-B09244856D01}">
      <dgm:prSet/>
      <dgm:spPr/>
      <dgm:t>
        <a:bodyPr/>
        <a:lstStyle/>
        <a:p>
          <a:endParaRPr lang="ru-RU"/>
        </a:p>
      </dgm:t>
    </dgm:pt>
    <dgm:pt modelId="{8F3E1A2B-1E75-4F99-8D3F-A989920129C0}" type="pres">
      <dgm:prSet presAssocID="{19EB788E-7AA3-44C0-89CE-40011122569E}" presName="Name0" presStyleCnt="0">
        <dgm:presLayoutVars>
          <dgm:chMax val="7"/>
          <dgm:chPref val="7"/>
          <dgm:dir/>
        </dgm:presLayoutVars>
      </dgm:prSet>
      <dgm:spPr/>
    </dgm:pt>
    <dgm:pt modelId="{46DF9D81-FD85-4F44-AB32-0F3784B1FE74}" type="pres">
      <dgm:prSet presAssocID="{19EB788E-7AA3-44C0-89CE-40011122569E}" presName="Name1" presStyleCnt="0"/>
      <dgm:spPr/>
    </dgm:pt>
    <dgm:pt modelId="{4948C38C-5CE5-4143-877D-FA146A492544}" type="pres">
      <dgm:prSet presAssocID="{19EB788E-7AA3-44C0-89CE-40011122569E}" presName="cycle" presStyleCnt="0"/>
      <dgm:spPr/>
    </dgm:pt>
    <dgm:pt modelId="{8A32BC3C-69C9-4527-A781-7282C2844A78}" type="pres">
      <dgm:prSet presAssocID="{19EB788E-7AA3-44C0-89CE-40011122569E}" presName="srcNode" presStyleLbl="node1" presStyleIdx="0" presStyleCnt="6"/>
      <dgm:spPr/>
    </dgm:pt>
    <dgm:pt modelId="{56999718-1F18-4ABA-A1C6-14964D8C62E9}" type="pres">
      <dgm:prSet presAssocID="{19EB788E-7AA3-44C0-89CE-40011122569E}" presName="conn" presStyleLbl="parChTrans1D2" presStyleIdx="0" presStyleCnt="1"/>
      <dgm:spPr/>
    </dgm:pt>
    <dgm:pt modelId="{336263C0-B6BA-403B-B051-CFD0A2AB832D}" type="pres">
      <dgm:prSet presAssocID="{19EB788E-7AA3-44C0-89CE-40011122569E}" presName="extraNode" presStyleLbl="node1" presStyleIdx="0" presStyleCnt="6"/>
      <dgm:spPr/>
    </dgm:pt>
    <dgm:pt modelId="{AEDB3DF4-0124-41E3-93E9-F99038B1D064}" type="pres">
      <dgm:prSet presAssocID="{19EB788E-7AA3-44C0-89CE-40011122569E}" presName="dstNode" presStyleLbl="node1" presStyleIdx="0" presStyleCnt="6"/>
      <dgm:spPr/>
    </dgm:pt>
    <dgm:pt modelId="{8AE1FBC0-9C57-4551-BC19-643E54EA5145}" type="pres">
      <dgm:prSet presAssocID="{F612B83C-7089-4C34-828D-5CCD8312B7F0}" presName="text_1" presStyleLbl="node1" presStyleIdx="0" presStyleCnt="6">
        <dgm:presLayoutVars>
          <dgm:bulletEnabled val="1"/>
        </dgm:presLayoutVars>
      </dgm:prSet>
      <dgm:spPr/>
    </dgm:pt>
    <dgm:pt modelId="{973546CF-C5E3-42C1-BE60-2DCE58ADE7F4}" type="pres">
      <dgm:prSet presAssocID="{F612B83C-7089-4C34-828D-5CCD8312B7F0}" presName="accent_1" presStyleCnt="0"/>
      <dgm:spPr/>
    </dgm:pt>
    <dgm:pt modelId="{44F4F98F-B267-4936-B63F-42A3E584665E}" type="pres">
      <dgm:prSet presAssocID="{F612B83C-7089-4C34-828D-5CCD8312B7F0}" presName="accentRepeatNode" presStyleLbl="solidFgAcc1" presStyleIdx="0" presStyleCnt="6"/>
      <dgm:spPr/>
    </dgm:pt>
    <dgm:pt modelId="{58F2FB50-C84D-41CA-BA5E-B6ACB8429B0F}" type="pres">
      <dgm:prSet presAssocID="{F38E8A75-960C-479A-BCC8-BFDC1A0D4012}" presName="text_2" presStyleLbl="node1" presStyleIdx="1" presStyleCnt="6">
        <dgm:presLayoutVars>
          <dgm:bulletEnabled val="1"/>
        </dgm:presLayoutVars>
      </dgm:prSet>
      <dgm:spPr/>
    </dgm:pt>
    <dgm:pt modelId="{F9F0C9F7-1878-436D-B0A0-DEBD75464982}" type="pres">
      <dgm:prSet presAssocID="{F38E8A75-960C-479A-BCC8-BFDC1A0D4012}" presName="accent_2" presStyleCnt="0"/>
      <dgm:spPr/>
    </dgm:pt>
    <dgm:pt modelId="{5500CA29-3BFF-4BAF-B8C1-863A64192825}" type="pres">
      <dgm:prSet presAssocID="{F38E8A75-960C-479A-BCC8-BFDC1A0D4012}" presName="accentRepeatNode" presStyleLbl="solidFgAcc1" presStyleIdx="1" presStyleCnt="6"/>
      <dgm:spPr/>
    </dgm:pt>
    <dgm:pt modelId="{733D4E01-29CE-4F9E-9A6E-99F226D42ECC}" type="pres">
      <dgm:prSet presAssocID="{4BC838C9-2716-4760-A956-0AA5B74CE772}" presName="text_3" presStyleLbl="node1" presStyleIdx="2" presStyleCnt="6">
        <dgm:presLayoutVars>
          <dgm:bulletEnabled val="1"/>
        </dgm:presLayoutVars>
      </dgm:prSet>
      <dgm:spPr/>
    </dgm:pt>
    <dgm:pt modelId="{1CEDE825-C0F7-4DF3-AEB8-A8952C13399B}" type="pres">
      <dgm:prSet presAssocID="{4BC838C9-2716-4760-A956-0AA5B74CE772}" presName="accent_3" presStyleCnt="0"/>
      <dgm:spPr/>
    </dgm:pt>
    <dgm:pt modelId="{7D7AA4B4-E18A-44EB-9448-4DC25D4E0DA4}" type="pres">
      <dgm:prSet presAssocID="{4BC838C9-2716-4760-A956-0AA5B74CE772}" presName="accentRepeatNode" presStyleLbl="solidFgAcc1" presStyleIdx="2" presStyleCnt="6"/>
      <dgm:spPr/>
    </dgm:pt>
    <dgm:pt modelId="{59DC3F44-D8F1-41B5-9867-96F3649B3745}" type="pres">
      <dgm:prSet presAssocID="{6AEF9D7D-764A-403F-AD64-8FEB909D816A}" presName="text_4" presStyleLbl="node1" presStyleIdx="3" presStyleCnt="6">
        <dgm:presLayoutVars>
          <dgm:bulletEnabled val="1"/>
        </dgm:presLayoutVars>
      </dgm:prSet>
      <dgm:spPr/>
    </dgm:pt>
    <dgm:pt modelId="{92C52C2E-ABC7-4E95-BE95-EDAD1A0BE165}" type="pres">
      <dgm:prSet presAssocID="{6AEF9D7D-764A-403F-AD64-8FEB909D816A}" presName="accent_4" presStyleCnt="0"/>
      <dgm:spPr/>
    </dgm:pt>
    <dgm:pt modelId="{544F35F8-115C-442D-9AAE-2540E71892B4}" type="pres">
      <dgm:prSet presAssocID="{6AEF9D7D-764A-403F-AD64-8FEB909D816A}" presName="accentRepeatNode" presStyleLbl="solidFgAcc1" presStyleIdx="3" presStyleCnt="6"/>
      <dgm:spPr/>
    </dgm:pt>
    <dgm:pt modelId="{1860892D-58C1-4F09-8EC4-0C4371EFAED4}" type="pres">
      <dgm:prSet presAssocID="{C7B2DAE4-F2EE-4A2E-9251-C739F2C96E9B}" presName="text_5" presStyleLbl="node1" presStyleIdx="4" presStyleCnt="6">
        <dgm:presLayoutVars>
          <dgm:bulletEnabled val="1"/>
        </dgm:presLayoutVars>
      </dgm:prSet>
      <dgm:spPr/>
    </dgm:pt>
    <dgm:pt modelId="{DD661C19-AF6B-4938-A98D-78498B3F4AA5}" type="pres">
      <dgm:prSet presAssocID="{C7B2DAE4-F2EE-4A2E-9251-C739F2C96E9B}" presName="accent_5" presStyleCnt="0"/>
      <dgm:spPr/>
    </dgm:pt>
    <dgm:pt modelId="{2653B903-C328-414F-BA9A-93A47EC7EB30}" type="pres">
      <dgm:prSet presAssocID="{C7B2DAE4-F2EE-4A2E-9251-C739F2C96E9B}" presName="accentRepeatNode" presStyleLbl="solidFgAcc1" presStyleIdx="4" presStyleCnt="6"/>
      <dgm:spPr/>
    </dgm:pt>
    <dgm:pt modelId="{DC6BDC5A-E27D-4D36-8A31-311058BC11EC}" type="pres">
      <dgm:prSet presAssocID="{D018B969-7B56-48F3-B8EF-A401C637F0FB}" presName="text_6" presStyleLbl="node1" presStyleIdx="5" presStyleCnt="6">
        <dgm:presLayoutVars>
          <dgm:bulletEnabled val="1"/>
        </dgm:presLayoutVars>
      </dgm:prSet>
      <dgm:spPr/>
    </dgm:pt>
    <dgm:pt modelId="{466AE92B-4B0B-414A-9648-FECF86DED48C}" type="pres">
      <dgm:prSet presAssocID="{D018B969-7B56-48F3-B8EF-A401C637F0FB}" presName="accent_6" presStyleCnt="0"/>
      <dgm:spPr/>
    </dgm:pt>
    <dgm:pt modelId="{486991C6-CAC8-4330-9470-ACF419136458}" type="pres">
      <dgm:prSet presAssocID="{D018B969-7B56-48F3-B8EF-A401C637F0FB}" presName="accentRepeatNode" presStyleLbl="solidFgAcc1" presStyleIdx="5" presStyleCnt="6"/>
      <dgm:spPr/>
    </dgm:pt>
  </dgm:ptLst>
  <dgm:cxnLst>
    <dgm:cxn modelId="{4D372501-09B9-4EA8-B602-919F90AF4EED}" srcId="{19EB788E-7AA3-44C0-89CE-40011122569E}" destId="{4BC838C9-2716-4760-A956-0AA5B74CE772}" srcOrd="2" destOrd="0" parTransId="{F893B7D7-2AB7-4956-B76D-2ACEC9659984}" sibTransId="{4D4FC08A-BCB7-4F93-A3CE-9D839035CCED}"/>
    <dgm:cxn modelId="{41E14C08-E6DA-4754-9721-3256AD226726}" type="presOf" srcId="{F38E8A75-960C-479A-BCC8-BFDC1A0D4012}" destId="{58F2FB50-C84D-41CA-BA5E-B6ACB8429B0F}" srcOrd="0" destOrd="0" presId="urn:microsoft.com/office/officeart/2008/layout/VerticalCurvedList"/>
    <dgm:cxn modelId="{BBA17D3F-E987-4C0E-9944-41CA3FE17647}" srcId="{19EB788E-7AA3-44C0-89CE-40011122569E}" destId="{6AEF9D7D-764A-403F-AD64-8FEB909D816A}" srcOrd="3" destOrd="0" parTransId="{03CB888B-BCCF-4C7B-BDD9-0302D7DB50D2}" sibTransId="{20ED79C6-6DE1-4E98-9B5E-C3F4BF70D04E}"/>
    <dgm:cxn modelId="{FBF6665D-6EDB-4D2C-A8B1-9B0E35AB24C3}" type="presOf" srcId="{C7B2DAE4-F2EE-4A2E-9251-C739F2C96E9B}" destId="{1860892D-58C1-4F09-8EC4-0C4371EFAED4}" srcOrd="0" destOrd="0" presId="urn:microsoft.com/office/officeart/2008/layout/VerticalCurvedList"/>
    <dgm:cxn modelId="{FBB50A63-A77B-4ED7-817E-6BBE15B5A70F}" type="presOf" srcId="{D018B969-7B56-48F3-B8EF-A401C637F0FB}" destId="{DC6BDC5A-E27D-4D36-8A31-311058BC11EC}" srcOrd="0" destOrd="0" presId="urn:microsoft.com/office/officeart/2008/layout/VerticalCurvedList"/>
    <dgm:cxn modelId="{6BABFA67-43FE-4231-9837-69BE6B8631EE}" type="presOf" srcId="{19EB788E-7AA3-44C0-89CE-40011122569E}" destId="{8F3E1A2B-1E75-4F99-8D3F-A989920129C0}" srcOrd="0" destOrd="0" presId="urn:microsoft.com/office/officeart/2008/layout/VerticalCurvedList"/>
    <dgm:cxn modelId="{1A567448-B26D-4269-82D0-4EA9CA485AB2}" srcId="{19EB788E-7AA3-44C0-89CE-40011122569E}" destId="{F38E8A75-960C-479A-BCC8-BFDC1A0D4012}" srcOrd="1" destOrd="0" parTransId="{188F0EA3-D6DB-4927-A31D-1EDA88C2A662}" sibTransId="{2269E340-C99E-4623-9E70-7755C71ECCB1}"/>
    <dgm:cxn modelId="{9D68D74C-8B0A-431C-86C3-90C65E16196B}" type="presOf" srcId="{6AEF9D7D-764A-403F-AD64-8FEB909D816A}" destId="{59DC3F44-D8F1-41B5-9867-96F3649B3745}" srcOrd="0" destOrd="0" presId="urn:microsoft.com/office/officeart/2008/layout/VerticalCurvedList"/>
    <dgm:cxn modelId="{203FD64D-A9C9-4543-A346-B09244856D01}" srcId="{19EB788E-7AA3-44C0-89CE-40011122569E}" destId="{D018B969-7B56-48F3-B8EF-A401C637F0FB}" srcOrd="5" destOrd="0" parTransId="{9BB9A0D7-F7CB-4467-9DD3-B2546C9212A1}" sibTransId="{F1E45961-521D-45D5-B623-863DAA262EF2}"/>
    <dgm:cxn modelId="{2E81BDAC-64E4-42CA-87C3-9FE3AD1EAD58}" type="presOf" srcId="{7FCEC116-57A8-4B24-B081-6E70F0C965DB}" destId="{56999718-1F18-4ABA-A1C6-14964D8C62E9}" srcOrd="0" destOrd="0" presId="urn:microsoft.com/office/officeart/2008/layout/VerticalCurvedList"/>
    <dgm:cxn modelId="{BBDCC1AE-4F2D-4225-B915-2792CB96A4C3}" type="presOf" srcId="{F612B83C-7089-4C34-828D-5CCD8312B7F0}" destId="{8AE1FBC0-9C57-4551-BC19-643E54EA5145}" srcOrd="0" destOrd="0" presId="urn:microsoft.com/office/officeart/2008/layout/VerticalCurvedList"/>
    <dgm:cxn modelId="{790C4FBF-7749-4182-9A7E-4FB3218752FF}" type="presOf" srcId="{4BC838C9-2716-4760-A956-0AA5B74CE772}" destId="{733D4E01-29CE-4F9E-9A6E-99F226D42ECC}" srcOrd="0" destOrd="0" presId="urn:microsoft.com/office/officeart/2008/layout/VerticalCurvedList"/>
    <dgm:cxn modelId="{62A75FDF-8E3A-433B-95BC-3DD22345139E}" srcId="{19EB788E-7AA3-44C0-89CE-40011122569E}" destId="{F612B83C-7089-4C34-828D-5CCD8312B7F0}" srcOrd="0" destOrd="0" parTransId="{A076B648-022E-4A7A-A8E4-94F494B3D449}" sibTransId="{7FCEC116-57A8-4B24-B081-6E70F0C965DB}"/>
    <dgm:cxn modelId="{C373B6ED-990F-425F-A20F-CAF09F94585D}" srcId="{19EB788E-7AA3-44C0-89CE-40011122569E}" destId="{C7B2DAE4-F2EE-4A2E-9251-C739F2C96E9B}" srcOrd="4" destOrd="0" parTransId="{E4291EBD-6842-406B-8873-3AF347E84928}" sibTransId="{4B258BC1-CFC9-4BB8-BD7F-A348D6922BA3}"/>
    <dgm:cxn modelId="{C72ECB1A-5870-447A-B81D-1F9207014320}" type="presParOf" srcId="{8F3E1A2B-1E75-4F99-8D3F-A989920129C0}" destId="{46DF9D81-FD85-4F44-AB32-0F3784B1FE74}" srcOrd="0" destOrd="0" presId="urn:microsoft.com/office/officeart/2008/layout/VerticalCurvedList"/>
    <dgm:cxn modelId="{2C185320-A90A-4961-AD78-7F0B0253428C}" type="presParOf" srcId="{46DF9D81-FD85-4F44-AB32-0F3784B1FE74}" destId="{4948C38C-5CE5-4143-877D-FA146A492544}" srcOrd="0" destOrd="0" presId="urn:microsoft.com/office/officeart/2008/layout/VerticalCurvedList"/>
    <dgm:cxn modelId="{D9173D32-9FDC-4713-903C-F20C2DEA1283}" type="presParOf" srcId="{4948C38C-5CE5-4143-877D-FA146A492544}" destId="{8A32BC3C-69C9-4527-A781-7282C2844A78}" srcOrd="0" destOrd="0" presId="urn:microsoft.com/office/officeart/2008/layout/VerticalCurvedList"/>
    <dgm:cxn modelId="{AD4CEB18-E6CB-4DDD-9515-679E68CFF260}" type="presParOf" srcId="{4948C38C-5CE5-4143-877D-FA146A492544}" destId="{56999718-1F18-4ABA-A1C6-14964D8C62E9}" srcOrd="1" destOrd="0" presId="urn:microsoft.com/office/officeart/2008/layout/VerticalCurvedList"/>
    <dgm:cxn modelId="{2E6DB9C6-7178-4E58-94C4-9110DB3B90BF}" type="presParOf" srcId="{4948C38C-5CE5-4143-877D-FA146A492544}" destId="{336263C0-B6BA-403B-B051-CFD0A2AB832D}" srcOrd="2" destOrd="0" presId="urn:microsoft.com/office/officeart/2008/layout/VerticalCurvedList"/>
    <dgm:cxn modelId="{4D0E123C-0321-4B97-BB84-F0A2453E4431}" type="presParOf" srcId="{4948C38C-5CE5-4143-877D-FA146A492544}" destId="{AEDB3DF4-0124-41E3-93E9-F99038B1D064}" srcOrd="3" destOrd="0" presId="urn:microsoft.com/office/officeart/2008/layout/VerticalCurvedList"/>
    <dgm:cxn modelId="{EC07B850-40A5-45BA-845C-6310787E59EB}" type="presParOf" srcId="{46DF9D81-FD85-4F44-AB32-0F3784B1FE74}" destId="{8AE1FBC0-9C57-4551-BC19-643E54EA5145}" srcOrd="1" destOrd="0" presId="urn:microsoft.com/office/officeart/2008/layout/VerticalCurvedList"/>
    <dgm:cxn modelId="{C0316917-4767-4BD2-94D0-31BFAC81DD83}" type="presParOf" srcId="{46DF9D81-FD85-4F44-AB32-0F3784B1FE74}" destId="{973546CF-C5E3-42C1-BE60-2DCE58ADE7F4}" srcOrd="2" destOrd="0" presId="urn:microsoft.com/office/officeart/2008/layout/VerticalCurvedList"/>
    <dgm:cxn modelId="{31E042B4-C35E-452E-AEE2-136684809659}" type="presParOf" srcId="{973546CF-C5E3-42C1-BE60-2DCE58ADE7F4}" destId="{44F4F98F-B267-4936-B63F-42A3E584665E}" srcOrd="0" destOrd="0" presId="urn:microsoft.com/office/officeart/2008/layout/VerticalCurvedList"/>
    <dgm:cxn modelId="{F5BB1128-0180-49B5-A9BA-B2BB17C18A97}" type="presParOf" srcId="{46DF9D81-FD85-4F44-AB32-0F3784B1FE74}" destId="{58F2FB50-C84D-41CA-BA5E-B6ACB8429B0F}" srcOrd="3" destOrd="0" presId="urn:microsoft.com/office/officeart/2008/layout/VerticalCurvedList"/>
    <dgm:cxn modelId="{52970691-C147-4462-A5E6-D301322B3CD3}" type="presParOf" srcId="{46DF9D81-FD85-4F44-AB32-0F3784B1FE74}" destId="{F9F0C9F7-1878-436D-B0A0-DEBD75464982}" srcOrd="4" destOrd="0" presId="urn:microsoft.com/office/officeart/2008/layout/VerticalCurvedList"/>
    <dgm:cxn modelId="{6A7C5464-390C-4B17-B257-98C4E5A4D5EC}" type="presParOf" srcId="{F9F0C9F7-1878-436D-B0A0-DEBD75464982}" destId="{5500CA29-3BFF-4BAF-B8C1-863A64192825}" srcOrd="0" destOrd="0" presId="urn:microsoft.com/office/officeart/2008/layout/VerticalCurvedList"/>
    <dgm:cxn modelId="{CF0B4892-D8A4-4F7B-9319-E2DFB59972DD}" type="presParOf" srcId="{46DF9D81-FD85-4F44-AB32-0F3784B1FE74}" destId="{733D4E01-29CE-4F9E-9A6E-99F226D42ECC}" srcOrd="5" destOrd="0" presId="urn:microsoft.com/office/officeart/2008/layout/VerticalCurvedList"/>
    <dgm:cxn modelId="{8E381BF5-2C21-4E51-86C0-395DB1F77193}" type="presParOf" srcId="{46DF9D81-FD85-4F44-AB32-0F3784B1FE74}" destId="{1CEDE825-C0F7-4DF3-AEB8-A8952C13399B}" srcOrd="6" destOrd="0" presId="urn:microsoft.com/office/officeart/2008/layout/VerticalCurvedList"/>
    <dgm:cxn modelId="{5E293A07-8BEA-41A2-A4F5-637C43066490}" type="presParOf" srcId="{1CEDE825-C0F7-4DF3-AEB8-A8952C13399B}" destId="{7D7AA4B4-E18A-44EB-9448-4DC25D4E0DA4}" srcOrd="0" destOrd="0" presId="urn:microsoft.com/office/officeart/2008/layout/VerticalCurvedList"/>
    <dgm:cxn modelId="{32432451-F4B9-4516-B3BC-BAF2F60A7CBA}" type="presParOf" srcId="{46DF9D81-FD85-4F44-AB32-0F3784B1FE74}" destId="{59DC3F44-D8F1-41B5-9867-96F3649B3745}" srcOrd="7" destOrd="0" presId="urn:microsoft.com/office/officeart/2008/layout/VerticalCurvedList"/>
    <dgm:cxn modelId="{7D2F29CF-FCB2-41A2-AF7C-C2F385ED93FE}" type="presParOf" srcId="{46DF9D81-FD85-4F44-AB32-0F3784B1FE74}" destId="{92C52C2E-ABC7-4E95-BE95-EDAD1A0BE165}" srcOrd="8" destOrd="0" presId="urn:microsoft.com/office/officeart/2008/layout/VerticalCurvedList"/>
    <dgm:cxn modelId="{1D0F9855-F8B8-47EC-923E-82736B5B4D2C}" type="presParOf" srcId="{92C52C2E-ABC7-4E95-BE95-EDAD1A0BE165}" destId="{544F35F8-115C-442D-9AAE-2540E71892B4}" srcOrd="0" destOrd="0" presId="urn:microsoft.com/office/officeart/2008/layout/VerticalCurvedList"/>
    <dgm:cxn modelId="{4ADB13B8-1750-4F08-9AF3-D4AF04EDED8C}" type="presParOf" srcId="{46DF9D81-FD85-4F44-AB32-0F3784B1FE74}" destId="{1860892D-58C1-4F09-8EC4-0C4371EFAED4}" srcOrd="9" destOrd="0" presId="urn:microsoft.com/office/officeart/2008/layout/VerticalCurvedList"/>
    <dgm:cxn modelId="{20016F79-901E-41FC-B32E-543E4FA8B30A}" type="presParOf" srcId="{46DF9D81-FD85-4F44-AB32-0F3784B1FE74}" destId="{DD661C19-AF6B-4938-A98D-78498B3F4AA5}" srcOrd="10" destOrd="0" presId="urn:microsoft.com/office/officeart/2008/layout/VerticalCurvedList"/>
    <dgm:cxn modelId="{45A4EE32-EB1E-423D-9DDD-71FCB3E5346E}" type="presParOf" srcId="{DD661C19-AF6B-4938-A98D-78498B3F4AA5}" destId="{2653B903-C328-414F-BA9A-93A47EC7EB30}" srcOrd="0" destOrd="0" presId="urn:microsoft.com/office/officeart/2008/layout/VerticalCurvedList"/>
    <dgm:cxn modelId="{3B6EF692-2D0D-4F06-B9E2-0D9255DFCA43}" type="presParOf" srcId="{46DF9D81-FD85-4F44-AB32-0F3784B1FE74}" destId="{DC6BDC5A-E27D-4D36-8A31-311058BC11EC}" srcOrd="11" destOrd="0" presId="urn:microsoft.com/office/officeart/2008/layout/VerticalCurvedList"/>
    <dgm:cxn modelId="{9801CC55-71FD-4576-9A06-9C652B545D3A}" type="presParOf" srcId="{46DF9D81-FD85-4F44-AB32-0F3784B1FE74}" destId="{466AE92B-4B0B-414A-9648-FECF86DED48C}" srcOrd="12" destOrd="0" presId="urn:microsoft.com/office/officeart/2008/layout/VerticalCurvedList"/>
    <dgm:cxn modelId="{709CABFB-8F00-4E97-ADED-EF55B666E1D5}" type="presParOf" srcId="{466AE92B-4B0B-414A-9648-FECF86DED48C}" destId="{486991C6-CAC8-4330-9470-ACF41913645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39A4D8-54A2-4687-B4E5-32176C169121}" type="doc">
      <dgm:prSet loTypeId="urn:microsoft.com/office/officeart/2005/8/layout/radial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C72D9E17-D971-43D1-B650-02D194B935DE}">
      <dgm:prSet phldrT="[Текст]"/>
      <dgm:spPr/>
      <dgm:t>
        <a:bodyPr/>
        <a:lstStyle/>
        <a:p>
          <a:r>
            <a:rPr lang="ru-RU" b="1" dirty="0">
              <a:solidFill>
                <a:schemeClr val="bg1"/>
              </a:solidFill>
            </a:rPr>
            <a:t>Креативный аудиогид</a:t>
          </a:r>
        </a:p>
      </dgm:t>
    </dgm:pt>
    <dgm:pt modelId="{CF509D4E-A922-4AF4-8C2C-D2CA95E94D0F}" type="parTrans" cxnId="{5B0AF447-4505-4BF4-ABD7-62B408D38376}">
      <dgm:prSet/>
      <dgm:spPr/>
      <dgm:t>
        <a:bodyPr/>
        <a:lstStyle/>
        <a:p>
          <a:endParaRPr lang="ru-RU"/>
        </a:p>
      </dgm:t>
    </dgm:pt>
    <dgm:pt modelId="{3D1494CB-3EDF-495D-8A6B-655EB1BF36CD}" type="sibTrans" cxnId="{5B0AF447-4505-4BF4-ABD7-62B408D38376}">
      <dgm:prSet/>
      <dgm:spPr/>
      <dgm:t>
        <a:bodyPr/>
        <a:lstStyle/>
        <a:p>
          <a:endParaRPr lang="ru-RU"/>
        </a:p>
      </dgm:t>
    </dgm:pt>
    <dgm:pt modelId="{655D109B-1EB4-49C1-91A4-007C7E90F394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400" b="0" i="0" dirty="0">
              <a:solidFill>
                <a:schemeClr val="bg1"/>
              </a:solidFill>
            </a:rPr>
            <a:t>Многоязычные версии</a:t>
          </a:r>
          <a:endParaRPr lang="ru-RU" sz="2400" dirty="0">
            <a:solidFill>
              <a:schemeClr val="bg1"/>
            </a:solidFill>
          </a:endParaRPr>
        </a:p>
      </dgm:t>
    </dgm:pt>
    <dgm:pt modelId="{4D8642DC-60A0-4DC3-9ADC-A8B488164AC4}" type="parTrans" cxnId="{FAA5F5C3-9596-4097-A780-778D504A5517}">
      <dgm:prSet/>
      <dgm:spPr/>
      <dgm:t>
        <a:bodyPr/>
        <a:lstStyle/>
        <a:p>
          <a:endParaRPr lang="ru-RU"/>
        </a:p>
      </dgm:t>
    </dgm:pt>
    <dgm:pt modelId="{61353E6D-4646-4831-B9A1-0A3319BB6974}" type="sibTrans" cxnId="{FAA5F5C3-9596-4097-A780-778D504A5517}">
      <dgm:prSet/>
      <dgm:spPr/>
      <dgm:t>
        <a:bodyPr/>
        <a:lstStyle/>
        <a:p>
          <a:endParaRPr lang="ru-RU"/>
        </a:p>
      </dgm:t>
    </dgm:pt>
    <dgm:pt modelId="{148C89AF-BD7F-46D4-9C37-4C5771F8779A}">
      <dgm:prSet phldrT="[Текст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b="0" i="0" dirty="0">
              <a:solidFill>
                <a:schemeClr val="bg1"/>
              </a:solidFill>
            </a:rPr>
            <a:t>Интеграция с городскими цифровыми платформами</a:t>
          </a:r>
          <a:endParaRPr lang="ru-RU" dirty="0">
            <a:solidFill>
              <a:schemeClr val="bg1"/>
            </a:solidFill>
          </a:endParaRPr>
        </a:p>
      </dgm:t>
    </dgm:pt>
    <dgm:pt modelId="{18C9B76C-3DA7-4710-B261-9ED19CC47D77}" type="parTrans" cxnId="{1043B53C-3AB7-4C19-B8EA-CEECDF20CB9D}">
      <dgm:prSet/>
      <dgm:spPr/>
      <dgm:t>
        <a:bodyPr/>
        <a:lstStyle/>
        <a:p>
          <a:endParaRPr lang="ru-RU"/>
        </a:p>
      </dgm:t>
    </dgm:pt>
    <dgm:pt modelId="{2F81F7D9-86CC-4900-86BA-EFFC7143708C}" type="sibTrans" cxnId="{1043B53C-3AB7-4C19-B8EA-CEECDF20CB9D}">
      <dgm:prSet/>
      <dgm:spPr/>
      <dgm:t>
        <a:bodyPr/>
        <a:lstStyle/>
        <a:p>
          <a:endParaRPr lang="ru-RU"/>
        </a:p>
      </dgm:t>
    </dgm:pt>
    <dgm:pt modelId="{3197C91B-38B4-4D1C-9F58-6AE731DC3A3B}">
      <dgm:prSet phldrT="[Текст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ru-RU" sz="2200" b="0" i="0" dirty="0">
              <a:solidFill>
                <a:schemeClr val="bg1"/>
              </a:solidFill>
            </a:rPr>
            <a:t>Масштабирование на другие отели</a:t>
          </a:r>
          <a:endParaRPr lang="ru-RU" sz="2200" dirty="0">
            <a:solidFill>
              <a:schemeClr val="bg1"/>
            </a:solidFill>
          </a:endParaRPr>
        </a:p>
      </dgm:t>
    </dgm:pt>
    <dgm:pt modelId="{805371A0-70A0-45AF-9CE3-A7CF27A17F4A}" type="parTrans" cxnId="{B947E6D3-4A95-4A25-BC10-27B796AF1234}">
      <dgm:prSet/>
      <dgm:spPr/>
      <dgm:t>
        <a:bodyPr/>
        <a:lstStyle/>
        <a:p>
          <a:endParaRPr lang="ru-RU"/>
        </a:p>
      </dgm:t>
    </dgm:pt>
    <dgm:pt modelId="{95EF282F-805E-4358-894F-0D0A6AC8A3ED}" type="sibTrans" cxnId="{B947E6D3-4A95-4A25-BC10-27B796AF1234}">
      <dgm:prSet/>
      <dgm:spPr/>
      <dgm:t>
        <a:bodyPr/>
        <a:lstStyle/>
        <a:p>
          <a:endParaRPr lang="ru-RU"/>
        </a:p>
      </dgm:t>
    </dgm:pt>
    <dgm:pt modelId="{B48B2971-FAA6-4C7E-BEB7-5AB63319352B}" type="pres">
      <dgm:prSet presAssocID="{1839A4D8-54A2-4687-B4E5-32176C169121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411F4A0-C2C1-49CD-B903-E875E44E9C89}" type="pres">
      <dgm:prSet presAssocID="{C72D9E17-D971-43D1-B650-02D194B935DE}" presName="centerShape" presStyleLbl="node0" presStyleIdx="0" presStyleCnt="1" custScaleX="195902" custLinFactNeighborY="-2473"/>
      <dgm:spPr/>
    </dgm:pt>
    <dgm:pt modelId="{E436DFF7-015E-4B99-9518-20D23AD512DA}" type="pres">
      <dgm:prSet presAssocID="{4D8642DC-60A0-4DC3-9ADC-A8B488164AC4}" presName="parTrans" presStyleLbl="sibTrans2D1" presStyleIdx="0" presStyleCnt="3"/>
      <dgm:spPr/>
    </dgm:pt>
    <dgm:pt modelId="{0FF09230-A163-405D-9F06-882150F77212}" type="pres">
      <dgm:prSet presAssocID="{4D8642DC-60A0-4DC3-9ADC-A8B488164AC4}" presName="connectorText" presStyleLbl="sibTrans2D1" presStyleIdx="0" presStyleCnt="3"/>
      <dgm:spPr/>
    </dgm:pt>
    <dgm:pt modelId="{0AC0BFB3-98B6-4244-BD00-4B9F63CDFB60}" type="pres">
      <dgm:prSet presAssocID="{655D109B-1EB4-49C1-91A4-007C7E90F394}" presName="node" presStyleLbl="node1" presStyleIdx="0" presStyleCnt="3" custScaleX="176666">
        <dgm:presLayoutVars>
          <dgm:bulletEnabled val="1"/>
        </dgm:presLayoutVars>
      </dgm:prSet>
      <dgm:spPr/>
    </dgm:pt>
    <dgm:pt modelId="{C94BA8D2-689A-43E0-B471-59F8937B9BA9}" type="pres">
      <dgm:prSet presAssocID="{18C9B76C-3DA7-4710-B261-9ED19CC47D77}" presName="parTrans" presStyleLbl="sibTrans2D1" presStyleIdx="1" presStyleCnt="3"/>
      <dgm:spPr/>
    </dgm:pt>
    <dgm:pt modelId="{FE137DDC-76F2-42C0-B6B2-1853FB4D96ED}" type="pres">
      <dgm:prSet presAssocID="{18C9B76C-3DA7-4710-B261-9ED19CC47D77}" presName="connectorText" presStyleLbl="sibTrans2D1" presStyleIdx="1" presStyleCnt="3"/>
      <dgm:spPr/>
    </dgm:pt>
    <dgm:pt modelId="{36CCCC87-22BE-4EDE-89C0-F729B0460623}" type="pres">
      <dgm:prSet presAssocID="{148C89AF-BD7F-46D4-9C37-4C5771F8779A}" presName="node" presStyleLbl="node1" presStyleIdx="1" presStyleCnt="3" custScaleX="156216" custScaleY="102688" custRadScaleRad="159381" custRadScaleInc="-25152">
        <dgm:presLayoutVars>
          <dgm:bulletEnabled val="1"/>
        </dgm:presLayoutVars>
      </dgm:prSet>
      <dgm:spPr/>
    </dgm:pt>
    <dgm:pt modelId="{9932B754-96E4-402F-8E8C-6ABE219AEDB5}" type="pres">
      <dgm:prSet presAssocID="{805371A0-70A0-45AF-9CE3-A7CF27A17F4A}" presName="parTrans" presStyleLbl="sibTrans2D1" presStyleIdx="2" presStyleCnt="3"/>
      <dgm:spPr/>
    </dgm:pt>
    <dgm:pt modelId="{C4ABE2B2-69FA-49F8-B5B7-503A10B8FEAF}" type="pres">
      <dgm:prSet presAssocID="{805371A0-70A0-45AF-9CE3-A7CF27A17F4A}" presName="connectorText" presStyleLbl="sibTrans2D1" presStyleIdx="2" presStyleCnt="3"/>
      <dgm:spPr/>
    </dgm:pt>
    <dgm:pt modelId="{259A55A6-3071-41ED-8E33-4C0A135D8071}" type="pres">
      <dgm:prSet presAssocID="{3197C91B-38B4-4D1C-9F58-6AE731DC3A3B}" presName="node" presStyleLbl="node1" presStyleIdx="2" presStyleCnt="3" custScaleX="213690" custScaleY="100082" custRadScaleRad="150354" custRadScaleInc="24806">
        <dgm:presLayoutVars>
          <dgm:bulletEnabled val="1"/>
        </dgm:presLayoutVars>
      </dgm:prSet>
      <dgm:spPr/>
    </dgm:pt>
  </dgm:ptLst>
  <dgm:cxnLst>
    <dgm:cxn modelId="{A0404210-FBE6-4197-B76A-4242BCC80B74}" type="presOf" srcId="{18C9B76C-3DA7-4710-B261-9ED19CC47D77}" destId="{FE137DDC-76F2-42C0-B6B2-1853FB4D96ED}" srcOrd="1" destOrd="0" presId="urn:microsoft.com/office/officeart/2005/8/layout/radial5"/>
    <dgm:cxn modelId="{DC1B4F1E-3DD2-44F1-8CB6-790845930127}" type="presOf" srcId="{3197C91B-38B4-4D1C-9F58-6AE731DC3A3B}" destId="{259A55A6-3071-41ED-8E33-4C0A135D8071}" srcOrd="0" destOrd="0" presId="urn:microsoft.com/office/officeart/2005/8/layout/radial5"/>
    <dgm:cxn modelId="{1043B53C-3AB7-4C19-B8EA-CEECDF20CB9D}" srcId="{C72D9E17-D971-43D1-B650-02D194B935DE}" destId="{148C89AF-BD7F-46D4-9C37-4C5771F8779A}" srcOrd="1" destOrd="0" parTransId="{18C9B76C-3DA7-4710-B261-9ED19CC47D77}" sibTransId="{2F81F7D9-86CC-4900-86BA-EFFC7143708C}"/>
    <dgm:cxn modelId="{BC87BD45-1170-4B8F-BAA0-4146EC91D86B}" type="presOf" srcId="{18C9B76C-3DA7-4710-B261-9ED19CC47D77}" destId="{C94BA8D2-689A-43E0-B471-59F8937B9BA9}" srcOrd="0" destOrd="0" presId="urn:microsoft.com/office/officeart/2005/8/layout/radial5"/>
    <dgm:cxn modelId="{22200967-F7D0-475C-8865-AA8240F309EB}" type="presOf" srcId="{1839A4D8-54A2-4687-B4E5-32176C169121}" destId="{B48B2971-FAA6-4C7E-BEB7-5AB63319352B}" srcOrd="0" destOrd="0" presId="urn:microsoft.com/office/officeart/2005/8/layout/radial5"/>
    <dgm:cxn modelId="{5B0AF447-4505-4BF4-ABD7-62B408D38376}" srcId="{1839A4D8-54A2-4687-B4E5-32176C169121}" destId="{C72D9E17-D971-43D1-B650-02D194B935DE}" srcOrd="0" destOrd="0" parTransId="{CF509D4E-A922-4AF4-8C2C-D2CA95E94D0F}" sibTransId="{3D1494CB-3EDF-495D-8A6B-655EB1BF36CD}"/>
    <dgm:cxn modelId="{99A8FC49-BCB9-43AA-935A-81BC10F8F9A3}" type="presOf" srcId="{655D109B-1EB4-49C1-91A4-007C7E90F394}" destId="{0AC0BFB3-98B6-4244-BD00-4B9F63CDFB60}" srcOrd="0" destOrd="0" presId="urn:microsoft.com/office/officeart/2005/8/layout/radial5"/>
    <dgm:cxn modelId="{B25A144D-C5CF-4121-ACBD-C79816D6ED3C}" type="presOf" srcId="{4D8642DC-60A0-4DC3-9ADC-A8B488164AC4}" destId="{E436DFF7-015E-4B99-9518-20D23AD512DA}" srcOrd="0" destOrd="0" presId="urn:microsoft.com/office/officeart/2005/8/layout/radial5"/>
    <dgm:cxn modelId="{DEC0B681-E0A9-4792-9AEA-724EDC49F359}" type="presOf" srcId="{4D8642DC-60A0-4DC3-9ADC-A8B488164AC4}" destId="{0FF09230-A163-405D-9F06-882150F77212}" srcOrd="1" destOrd="0" presId="urn:microsoft.com/office/officeart/2005/8/layout/radial5"/>
    <dgm:cxn modelId="{7192118A-ABA4-49DA-B1C0-92E5155FFD4A}" type="presOf" srcId="{148C89AF-BD7F-46D4-9C37-4C5771F8779A}" destId="{36CCCC87-22BE-4EDE-89C0-F729B0460623}" srcOrd="0" destOrd="0" presId="urn:microsoft.com/office/officeart/2005/8/layout/radial5"/>
    <dgm:cxn modelId="{798D549B-AC52-436B-BFEB-DE683FED033C}" type="presOf" srcId="{805371A0-70A0-45AF-9CE3-A7CF27A17F4A}" destId="{C4ABE2B2-69FA-49F8-B5B7-503A10B8FEAF}" srcOrd="1" destOrd="0" presId="urn:microsoft.com/office/officeart/2005/8/layout/radial5"/>
    <dgm:cxn modelId="{56A0C9A2-A113-4C93-A66F-17C974B1D42C}" type="presOf" srcId="{C72D9E17-D971-43D1-B650-02D194B935DE}" destId="{1411F4A0-C2C1-49CD-B903-E875E44E9C89}" srcOrd="0" destOrd="0" presId="urn:microsoft.com/office/officeart/2005/8/layout/radial5"/>
    <dgm:cxn modelId="{FAA5F5C3-9596-4097-A780-778D504A5517}" srcId="{C72D9E17-D971-43D1-B650-02D194B935DE}" destId="{655D109B-1EB4-49C1-91A4-007C7E90F394}" srcOrd="0" destOrd="0" parTransId="{4D8642DC-60A0-4DC3-9ADC-A8B488164AC4}" sibTransId="{61353E6D-4646-4831-B9A1-0A3319BB6974}"/>
    <dgm:cxn modelId="{B947E6D3-4A95-4A25-BC10-27B796AF1234}" srcId="{C72D9E17-D971-43D1-B650-02D194B935DE}" destId="{3197C91B-38B4-4D1C-9F58-6AE731DC3A3B}" srcOrd="2" destOrd="0" parTransId="{805371A0-70A0-45AF-9CE3-A7CF27A17F4A}" sibTransId="{95EF282F-805E-4358-894F-0D0A6AC8A3ED}"/>
    <dgm:cxn modelId="{9CEF17E6-D097-4D31-AFA8-61FEE363D7C3}" type="presOf" srcId="{805371A0-70A0-45AF-9CE3-A7CF27A17F4A}" destId="{9932B754-96E4-402F-8E8C-6ABE219AEDB5}" srcOrd="0" destOrd="0" presId="urn:microsoft.com/office/officeart/2005/8/layout/radial5"/>
    <dgm:cxn modelId="{70FC51BD-620C-4C1D-A53E-0B1AD84F9FE8}" type="presParOf" srcId="{B48B2971-FAA6-4C7E-BEB7-5AB63319352B}" destId="{1411F4A0-C2C1-49CD-B903-E875E44E9C89}" srcOrd="0" destOrd="0" presId="urn:microsoft.com/office/officeart/2005/8/layout/radial5"/>
    <dgm:cxn modelId="{63355DAD-294E-4995-9DE2-EDFA53936AAF}" type="presParOf" srcId="{B48B2971-FAA6-4C7E-BEB7-5AB63319352B}" destId="{E436DFF7-015E-4B99-9518-20D23AD512DA}" srcOrd="1" destOrd="0" presId="urn:microsoft.com/office/officeart/2005/8/layout/radial5"/>
    <dgm:cxn modelId="{E784C7AD-D353-473F-8AA9-B2F08A905E62}" type="presParOf" srcId="{E436DFF7-015E-4B99-9518-20D23AD512DA}" destId="{0FF09230-A163-405D-9F06-882150F77212}" srcOrd="0" destOrd="0" presId="urn:microsoft.com/office/officeart/2005/8/layout/radial5"/>
    <dgm:cxn modelId="{267EA1D1-B6EB-4AF6-AEBF-3A54417B812B}" type="presParOf" srcId="{B48B2971-FAA6-4C7E-BEB7-5AB63319352B}" destId="{0AC0BFB3-98B6-4244-BD00-4B9F63CDFB60}" srcOrd="2" destOrd="0" presId="urn:microsoft.com/office/officeart/2005/8/layout/radial5"/>
    <dgm:cxn modelId="{9A39929A-3475-4DA7-B59B-4C4CA210A4DD}" type="presParOf" srcId="{B48B2971-FAA6-4C7E-BEB7-5AB63319352B}" destId="{C94BA8D2-689A-43E0-B471-59F8937B9BA9}" srcOrd="3" destOrd="0" presId="urn:microsoft.com/office/officeart/2005/8/layout/radial5"/>
    <dgm:cxn modelId="{AF9D13F7-2539-4149-BA45-07464D234072}" type="presParOf" srcId="{C94BA8D2-689A-43E0-B471-59F8937B9BA9}" destId="{FE137DDC-76F2-42C0-B6B2-1853FB4D96ED}" srcOrd="0" destOrd="0" presId="urn:microsoft.com/office/officeart/2005/8/layout/radial5"/>
    <dgm:cxn modelId="{1EAD1D03-21D6-427A-B103-FF8C032AE82A}" type="presParOf" srcId="{B48B2971-FAA6-4C7E-BEB7-5AB63319352B}" destId="{36CCCC87-22BE-4EDE-89C0-F729B0460623}" srcOrd="4" destOrd="0" presId="urn:microsoft.com/office/officeart/2005/8/layout/radial5"/>
    <dgm:cxn modelId="{1CD5F418-A32B-44FA-ABF3-B9C9A5A8C380}" type="presParOf" srcId="{B48B2971-FAA6-4C7E-BEB7-5AB63319352B}" destId="{9932B754-96E4-402F-8E8C-6ABE219AEDB5}" srcOrd="5" destOrd="0" presId="urn:microsoft.com/office/officeart/2005/8/layout/radial5"/>
    <dgm:cxn modelId="{F4469584-A889-4B44-8DD9-51A99BB337AB}" type="presParOf" srcId="{9932B754-96E4-402F-8E8C-6ABE219AEDB5}" destId="{C4ABE2B2-69FA-49F8-B5B7-503A10B8FEAF}" srcOrd="0" destOrd="0" presId="urn:microsoft.com/office/officeart/2005/8/layout/radial5"/>
    <dgm:cxn modelId="{77B3AC4B-57A4-478E-B81B-4BC25450E137}" type="presParOf" srcId="{B48B2971-FAA6-4C7E-BEB7-5AB63319352B}" destId="{259A55A6-3071-41ED-8E33-4C0A135D8071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3CD947-94FA-436E-8659-B850B316FB26}">
      <dsp:nvSpPr>
        <dsp:cNvPr id="0" name=""/>
        <dsp:cNvSpPr/>
      </dsp:nvSpPr>
      <dsp:spPr>
        <a:xfrm>
          <a:off x="3840479" y="0"/>
          <a:ext cx="5760720" cy="1119187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b="0" i="0" kern="1200" dirty="0"/>
            <a:t>Доступ в одно касание, без приложений и авторизации</a:t>
          </a:r>
          <a:endParaRPr lang="ru-RU" sz="2600" kern="1200" dirty="0"/>
        </a:p>
      </dsp:txBody>
      <dsp:txXfrm>
        <a:off x="3840479" y="139898"/>
        <a:ext cx="5341025" cy="839391"/>
      </dsp:txXfrm>
    </dsp:sp>
    <dsp:sp modelId="{DCC83416-BFD1-41F4-B614-60421BAEF474}">
      <dsp:nvSpPr>
        <dsp:cNvPr id="0" name=""/>
        <dsp:cNvSpPr/>
      </dsp:nvSpPr>
      <dsp:spPr>
        <a:xfrm>
          <a:off x="0" y="0"/>
          <a:ext cx="3840480" cy="11191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1" i="0" kern="1200" dirty="0"/>
            <a:t>Технологическая сложность</a:t>
          </a:r>
          <a:endParaRPr lang="ru-RU" sz="3300" kern="1200" dirty="0"/>
        </a:p>
      </dsp:txBody>
      <dsp:txXfrm>
        <a:off x="54634" y="54634"/>
        <a:ext cx="3731212" cy="1009919"/>
      </dsp:txXfrm>
    </dsp:sp>
    <dsp:sp modelId="{103EE304-37C0-485D-9A02-DC5E62BDBD3B}">
      <dsp:nvSpPr>
        <dsp:cNvPr id="0" name=""/>
        <dsp:cNvSpPr/>
      </dsp:nvSpPr>
      <dsp:spPr>
        <a:xfrm>
          <a:off x="3840479" y="1231106"/>
          <a:ext cx="5760720" cy="1119187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b="0" i="0" kern="1200" dirty="0"/>
            <a:t>Авторские тексты, поэзия, сказка — уникальный, нешаблонный контент</a:t>
          </a:r>
          <a:endParaRPr lang="ru-RU" sz="2600" kern="1200" dirty="0"/>
        </a:p>
      </dsp:txBody>
      <dsp:txXfrm>
        <a:off x="3840479" y="1371004"/>
        <a:ext cx="5341025" cy="839391"/>
      </dsp:txXfrm>
    </dsp:sp>
    <dsp:sp modelId="{41131F0D-71DB-48FB-B3DD-532442D0C581}">
      <dsp:nvSpPr>
        <dsp:cNvPr id="0" name=""/>
        <dsp:cNvSpPr/>
      </dsp:nvSpPr>
      <dsp:spPr>
        <a:xfrm>
          <a:off x="0" y="1231106"/>
          <a:ext cx="3840480" cy="111918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1" i="0" kern="1200" dirty="0"/>
            <a:t>Стандартизация контента</a:t>
          </a:r>
          <a:endParaRPr lang="ru-RU" sz="3300" kern="1200" dirty="0"/>
        </a:p>
      </dsp:txBody>
      <dsp:txXfrm>
        <a:off x="54634" y="1285740"/>
        <a:ext cx="3731212" cy="1009919"/>
      </dsp:txXfrm>
    </dsp:sp>
    <dsp:sp modelId="{23BA9D72-E5DE-438D-A336-4999AB5EC82D}">
      <dsp:nvSpPr>
        <dsp:cNvPr id="0" name=""/>
        <dsp:cNvSpPr/>
      </dsp:nvSpPr>
      <dsp:spPr>
        <a:xfrm>
          <a:off x="3840479" y="2462212"/>
          <a:ext cx="5760720" cy="1119187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16510" rIns="16510" bIns="165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600" b="0" i="0" kern="1200" dirty="0"/>
            <a:t>Единая точка входа: справочник + аудиогид в связке</a:t>
          </a:r>
          <a:endParaRPr lang="ru-RU" sz="2600" kern="1200" dirty="0"/>
        </a:p>
      </dsp:txBody>
      <dsp:txXfrm>
        <a:off x="3840479" y="2602110"/>
        <a:ext cx="5341025" cy="839391"/>
      </dsp:txXfrm>
    </dsp:sp>
    <dsp:sp modelId="{886DD944-034E-41C9-B973-19B2AF13D746}">
      <dsp:nvSpPr>
        <dsp:cNvPr id="0" name=""/>
        <dsp:cNvSpPr/>
      </dsp:nvSpPr>
      <dsp:spPr>
        <a:xfrm>
          <a:off x="0" y="2462212"/>
          <a:ext cx="3840480" cy="111918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1" i="0" kern="1200" dirty="0"/>
            <a:t>Фрагментация экосистемы</a:t>
          </a:r>
          <a:endParaRPr lang="ru-RU" sz="3300" kern="1200" dirty="0"/>
        </a:p>
      </dsp:txBody>
      <dsp:txXfrm>
        <a:off x="54634" y="2516846"/>
        <a:ext cx="3731212" cy="1009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99718-1F18-4ABA-A1C6-14964D8C62E9}">
      <dsp:nvSpPr>
        <dsp:cNvPr id="0" name=""/>
        <dsp:cNvSpPr/>
      </dsp:nvSpPr>
      <dsp:spPr>
        <a:xfrm>
          <a:off x="-5447759" y="-834151"/>
          <a:ext cx="6486622" cy="6486622"/>
        </a:xfrm>
        <a:prstGeom prst="blockArc">
          <a:avLst>
            <a:gd name="adj1" fmla="val 18900000"/>
            <a:gd name="adj2" fmla="val 2700000"/>
            <a:gd name="adj3" fmla="val 333"/>
          </a:avLst>
        </a:prstGeom>
        <a:noFill/>
        <a:ln w="34925" cap="flat" cmpd="sng" algn="in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E1FBC0-9C57-4551-BC19-643E54EA5145}">
      <dsp:nvSpPr>
        <dsp:cNvPr id="0" name=""/>
        <dsp:cNvSpPr/>
      </dsp:nvSpPr>
      <dsp:spPr>
        <a:xfrm>
          <a:off x="387267" y="253732"/>
          <a:ext cx="8423818" cy="5072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648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baseline="0" dirty="0">
              <a:solidFill>
                <a:schemeClr val="tx1"/>
              </a:solidFill>
            </a:rPr>
            <a:t>11 гостей апарт-отеля, структурированное интервью</a:t>
          </a:r>
          <a:endParaRPr lang="ru-RU" sz="2600" kern="1200" dirty="0">
            <a:solidFill>
              <a:schemeClr val="tx1"/>
            </a:solidFill>
          </a:endParaRPr>
        </a:p>
      </dsp:txBody>
      <dsp:txXfrm>
        <a:off x="387267" y="253732"/>
        <a:ext cx="8423818" cy="507272"/>
      </dsp:txXfrm>
    </dsp:sp>
    <dsp:sp modelId="{44F4F98F-B267-4936-B63F-42A3E584665E}">
      <dsp:nvSpPr>
        <dsp:cNvPr id="0" name=""/>
        <dsp:cNvSpPr/>
      </dsp:nvSpPr>
      <dsp:spPr>
        <a:xfrm>
          <a:off x="70221" y="190323"/>
          <a:ext cx="634090" cy="6340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2FB50-C84D-41CA-BA5E-B6ACB8429B0F}">
      <dsp:nvSpPr>
        <dsp:cNvPr id="0" name=""/>
        <dsp:cNvSpPr/>
      </dsp:nvSpPr>
      <dsp:spPr>
        <a:xfrm>
          <a:off x="804533" y="1014545"/>
          <a:ext cx="8006551" cy="507272"/>
        </a:xfrm>
        <a:prstGeom prst="rect">
          <a:avLst/>
        </a:prstGeom>
        <a:solidFill>
          <a:schemeClr val="accent2">
            <a:hueOff val="-33131"/>
            <a:satOff val="-10867"/>
            <a:lumOff val="-396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648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baseline="0" dirty="0">
              <a:solidFill>
                <a:prstClr val="black"/>
              </a:solidFill>
              <a:latin typeface="Franklin Gothic Book" panose="020B0503020102020204"/>
              <a:ea typeface="+mn-ea"/>
              <a:cs typeface="+mn-cs"/>
            </a:rPr>
            <a:t>Доступ: 10 из 11 — без затруднений</a:t>
          </a:r>
        </a:p>
      </dsp:txBody>
      <dsp:txXfrm>
        <a:off x="804533" y="1014545"/>
        <a:ext cx="8006551" cy="507272"/>
      </dsp:txXfrm>
    </dsp:sp>
    <dsp:sp modelId="{5500CA29-3BFF-4BAF-B8C1-863A64192825}">
      <dsp:nvSpPr>
        <dsp:cNvPr id="0" name=""/>
        <dsp:cNvSpPr/>
      </dsp:nvSpPr>
      <dsp:spPr>
        <a:xfrm>
          <a:off x="487488" y="951136"/>
          <a:ext cx="634090" cy="6340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-33131"/>
              <a:satOff val="-10867"/>
              <a:lumOff val="-3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3D4E01-29CE-4F9E-9A6E-99F226D42ECC}">
      <dsp:nvSpPr>
        <dsp:cNvPr id="0" name=""/>
        <dsp:cNvSpPr/>
      </dsp:nvSpPr>
      <dsp:spPr>
        <a:xfrm>
          <a:off x="995339" y="1775358"/>
          <a:ext cx="7815746" cy="507272"/>
        </a:xfrm>
        <a:prstGeom prst="rect">
          <a:avLst/>
        </a:prstGeom>
        <a:solidFill>
          <a:schemeClr val="accent2">
            <a:hueOff val="-66262"/>
            <a:satOff val="-21734"/>
            <a:lumOff val="-7921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648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baseline="0" dirty="0">
              <a:solidFill>
                <a:prstClr val="black"/>
              </a:solidFill>
              <a:latin typeface="Franklin Gothic Book" panose="020B0503020102020204"/>
              <a:ea typeface="+mn-ea"/>
              <a:cs typeface="+mn-cs"/>
            </a:rPr>
            <a:t>Новизна: 10 из 11 узнали новое о городе</a:t>
          </a:r>
        </a:p>
      </dsp:txBody>
      <dsp:txXfrm>
        <a:off x="995339" y="1775358"/>
        <a:ext cx="7815746" cy="507272"/>
      </dsp:txXfrm>
    </dsp:sp>
    <dsp:sp modelId="{7D7AA4B4-E18A-44EB-9448-4DC25D4E0DA4}">
      <dsp:nvSpPr>
        <dsp:cNvPr id="0" name=""/>
        <dsp:cNvSpPr/>
      </dsp:nvSpPr>
      <dsp:spPr>
        <a:xfrm>
          <a:off x="678293" y="1711949"/>
          <a:ext cx="634090" cy="6340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-66262"/>
              <a:satOff val="-21734"/>
              <a:lumOff val="-79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DC3F44-D8F1-41B5-9867-96F3649B3745}">
      <dsp:nvSpPr>
        <dsp:cNvPr id="0" name=""/>
        <dsp:cNvSpPr/>
      </dsp:nvSpPr>
      <dsp:spPr>
        <a:xfrm>
          <a:off x="995339" y="2535689"/>
          <a:ext cx="7815746" cy="507272"/>
        </a:xfrm>
        <a:prstGeom prst="rect">
          <a:avLst/>
        </a:prstGeom>
        <a:solidFill>
          <a:schemeClr val="accent2">
            <a:hueOff val="-99392"/>
            <a:satOff val="-32601"/>
            <a:lumOff val="-1188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648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baseline="0" dirty="0"/>
            <a:t>Поэзия: устойчивый эмоциональный отклик</a:t>
          </a:r>
          <a:endParaRPr lang="ru-RU" sz="2600" kern="1200" dirty="0"/>
        </a:p>
      </dsp:txBody>
      <dsp:txXfrm>
        <a:off x="995339" y="2535689"/>
        <a:ext cx="7815746" cy="507272"/>
      </dsp:txXfrm>
    </dsp:sp>
    <dsp:sp modelId="{544F35F8-115C-442D-9AAE-2540E71892B4}">
      <dsp:nvSpPr>
        <dsp:cNvPr id="0" name=""/>
        <dsp:cNvSpPr/>
      </dsp:nvSpPr>
      <dsp:spPr>
        <a:xfrm>
          <a:off x="678293" y="2472279"/>
          <a:ext cx="634090" cy="6340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-99392"/>
              <a:satOff val="-32601"/>
              <a:lumOff val="-11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60892D-58C1-4F09-8EC4-0C4371EFAED4}">
      <dsp:nvSpPr>
        <dsp:cNvPr id="0" name=""/>
        <dsp:cNvSpPr/>
      </dsp:nvSpPr>
      <dsp:spPr>
        <a:xfrm>
          <a:off x="804533" y="3296501"/>
          <a:ext cx="8006551" cy="507272"/>
        </a:xfrm>
        <a:prstGeom prst="rect">
          <a:avLst/>
        </a:prstGeom>
        <a:solidFill>
          <a:schemeClr val="accent2">
            <a:hueOff val="-132523"/>
            <a:satOff val="-43468"/>
            <a:lumOff val="-15842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648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baseline="0"/>
            <a:t>Сказка: в 2 из 3 семей — интерес и визит к объекту</a:t>
          </a:r>
          <a:endParaRPr lang="ru-RU" sz="2600" kern="1200"/>
        </a:p>
      </dsp:txBody>
      <dsp:txXfrm>
        <a:off x="804533" y="3296501"/>
        <a:ext cx="8006551" cy="507272"/>
      </dsp:txXfrm>
    </dsp:sp>
    <dsp:sp modelId="{2653B903-C328-414F-BA9A-93A47EC7EB30}">
      <dsp:nvSpPr>
        <dsp:cNvPr id="0" name=""/>
        <dsp:cNvSpPr/>
      </dsp:nvSpPr>
      <dsp:spPr>
        <a:xfrm>
          <a:off x="487488" y="3233092"/>
          <a:ext cx="634090" cy="6340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-132523"/>
              <a:satOff val="-43468"/>
              <a:lumOff val="-1584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BDC5A-E27D-4D36-8A31-311058BC11EC}">
      <dsp:nvSpPr>
        <dsp:cNvPr id="0" name=""/>
        <dsp:cNvSpPr/>
      </dsp:nvSpPr>
      <dsp:spPr>
        <a:xfrm>
          <a:off x="387267" y="4057314"/>
          <a:ext cx="8423818" cy="507272"/>
        </a:xfrm>
        <a:prstGeom prst="rect">
          <a:avLst/>
        </a:prstGeom>
        <a:solidFill>
          <a:schemeClr val="accent2">
            <a:hueOff val="-165654"/>
            <a:satOff val="-54335"/>
            <a:lumOff val="-19803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2648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baseline="0"/>
            <a:t>10 из 11 готовы рекомендовать</a:t>
          </a:r>
          <a:endParaRPr lang="ru-RU" sz="2600" kern="1200"/>
        </a:p>
      </dsp:txBody>
      <dsp:txXfrm>
        <a:off x="387267" y="4057314"/>
        <a:ext cx="8423818" cy="507272"/>
      </dsp:txXfrm>
    </dsp:sp>
    <dsp:sp modelId="{486991C6-CAC8-4330-9470-ACF419136458}">
      <dsp:nvSpPr>
        <dsp:cNvPr id="0" name=""/>
        <dsp:cNvSpPr/>
      </dsp:nvSpPr>
      <dsp:spPr>
        <a:xfrm>
          <a:off x="70221" y="3993905"/>
          <a:ext cx="634090" cy="63409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2">
              <a:hueOff val="-165654"/>
              <a:satOff val="-54335"/>
              <a:lumOff val="-1980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11F4A0-C2C1-49CD-B903-E875E44E9C89}">
      <dsp:nvSpPr>
        <dsp:cNvPr id="0" name=""/>
        <dsp:cNvSpPr/>
      </dsp:nvSpPr>
      <dsp:spPr>
        <a:xfrm>
          <a:off x="3948178" y="2239036"/>
          <a:ext cx="3306259" cy="16877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1" kern="1200" dirty="0">
              <a:solidFill>
                <a:schemeClr val="bg1"/>
              </a:solidFill>
            </a:rPr>
            <a:t>Креативный аудиогид</a:t>
          </a:r>
        </a:p>
      </dsp:txBody>
      <dsp:txXfrm>
        <a:off x="4432368" y="2486195"/>
        <a:ext cx="2337879" cy="1193392"/>
      </dsp:txXfrm>
    </dsp:sp>
    <dsp:sp modelId="{E436DFF7-015E-4B99-9518-20D23AD512DA}">
      <dsp:nvSpPr>
        <dsp:cNvPr id="0" name=""/>
        <dsp:cNvSpPr/>
      </dsp:nvSpPr>
      <dsp:spPr>
        <a:xfrm rot="16200000">
          <a:off x="5452929" y="1680564"/>
          <a:ext cx="296757" cy="5738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/>
        </a:p>
      </dsp:txBody>
      <dsp:txXfrm>
        <a:off x="5497443" y="1839842"/>
        <a:ext cx="207730" cy="344293"/>
      </dsp:txXfrm>
    </dsp:sp>
    <dsp:sp modelId="{0AC0BFB3-98B6-4244-BD00-4B9F63CDFB60}">
      <dsp:nvSpPr>
        <dsp:cNvPr id="0" name=""/>
        <dsp:cNvSpPr/>
      </dsp:nvSpPr>
      <dsp:spPr>
        <a:xfrm>
          <a:off x="4110502" y="-8594"/>
          <a:ext cx="2981611" cy="16877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400" b="0" i="0" kern="1200" dirty="0">
              <a:solidFill>
                <a:schemeClr val="bg1"/>
              </a:solidFill>
            </a:rPr>
            <a:t>Многоязычные версии</a:t>
          </a:r>
          <a:endParaRPr lang="ru-RU" sz="2400" kern="1200" dirty="0">
            <a:solidFill>
              <a:schemeClr val="bg1"/>
            </a:solidFill>
          </a:endParaRPr>
        </a:p>
      </dsp:txBody>
      <dsp:txXfrm>
        <a:off x="4547149" y="238565"/>
        <a:ext cx="2108317" cy="1193392"/>
      </dsp:txXfrm>
    </dsp:sp>
    <dsp:sp modelId="{C94BA8D2-689A-43E0-B471-59F8937B9BA9}">
      <dsp:nvSpPr>
        <dsp:cNvPr id="0" name=""/>
        <dsp:cNvSpPr/>
      </dsp:nvSpPr>
      <dsp:spPr>
        <a:xfrm rot="996772">
          <a:off x="7239951" y="3368565"/>
          <a:ext cx="560957" cy="5738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/>
        </a:p>
      </dsp:txBody>
      <dsp:txXfrm>
        <a:off x="7243463" y="3459272"/>
        <a:ext cx="392670" cy="344293"/>
      </dsp:txXfrm>
    </dsp:sp>
    <dsp:sp modelId="{36CCCC87-22BE-4EDE-89C0-F729B0460623}">
      <dsp:nvSpPr>
        <dsp:cNvPr id="0" name=""/>
        <dsp:cNvSpPr/>
      </dsp:nvSpPr>
      <dsp:spPr>
        <a:xfrm>
          <a:off x="7924900" y="3302921"/>
          <a:ext cx="2636474" cy="173307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200" b="0" i="0" kern="1200" dirty="0">
              <a:solidFill>
                <a:schemeClr val="bg1"/>
              </a:solidFill>
            </a:rPr>
            <a:t>Интеграция с городскими цифровыми платформами</a:t>
          </a:r>
          <a:endParaRPr lang="ru-RU" sz="2200" kern="1200" dirty="0">
            <a:solidFill>
              <a:schemeClr val="bg1"/>
            </a:solidFill>
          </a:endParaRPr>
        </a:p>
      </dsp:txBody>
      <dsp:txXfrm>
        <a:off x="8311003" y="3556724"/>
        <a:ext cx="1864268" cy="1225470"/>
      </dsp:txXfrm>
    </dsp:sp>
    <dsp:sp modelId="{9932B754-96E4-402F-8E8C-6ABE219AEDB5}">
      <dsp:nvSpPr>
        <dsp:cNvPr id="0" name=""/>
        <dsp:cNvSpPr/>
      </dsp:nvSpPr>
      <dsp:spPr>
        <a:xfrm rot="9784806">
          <a:off x="3800305" y="3301729"/>
          <a:ext cx="276934" cy="57382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200" kern="1200"/>
        </a:p>
      </dsp:txBody>
      <dsp:txXfrm rot="10800000">
        <a:off x="3881587" y="3404403"/>
        <a:ext cx="193854" cy="344293"/>
      </dsp:txXfrm>
    </dsp:sp>
    <dsp:sp modelId="{259A55A6-3071-41ED-8E33-4C0A135D8071}">
      <dsp:nvSpPr>
        <dsp:cNvPr id="0" name=""/>
        <dsp:cNvSpPr/>
      </dsp:nvSpPr>
      <dsp:spPr>
        <a:xfrm>
          <a:off x="365845" y="3282437"/>
          <a:ext cx="3606469" cy="168909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ru-RU" sz="2200" b="0" i="0" kern="1200" dirty="0">
              <a:solidFill>
                <a:schemeClr val="bg1"/>
              </a:solidFill>
            </a:rPr>
            <a:t>Масштабирование на другие отели</a:t>
          </a:r>
          <a:endParaRPr lang="ru-RU" sz="2200" kern="1200" dirty="0">
            <a:solidFill>
              <a:schemeClr val="bg1"/>
            </a:solidFill>
          </a:endParaRPr>
        </a:p>
      </dsp:txBody>
      <dsp:txXfrm>
        <a:off x="894000" y="3529799"/>
        <a:ext cx="2550159" cy="11943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2CD0E-6DE6-47C8-A2E7-87870ADB453E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A0F70-661C-47B2-A277-83E53D00DB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701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56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735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701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84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534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043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642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534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263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524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2A0F70-661C-47B2-A277-83E53D00DB4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483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6EF1A-5F87-5405-4B7E-3E18A8407F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ru-RU" sz="4400" dirty="0"/>
              <a:t>Разработка креативного аудиогида для обогащения туристского опыта гостей в апарт-отеле Владивостока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48B100-A1B5-91B9-A628-9F85A7003B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2520" y="4253991"/>
            <a:ext cx="4046443" cy="1455693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Выполнила: студентка группы</a:t>
            </a:r>
            <a:br>
              <a:rPr lang="ru-RU" dirty="0"/>
            </a:br>
            <a:r>
              <a:rPr lang="ru-RU" dirty="0"/>
              <a:t>Б1122-43.03.01</a:t>
            </a:r>
            <a:br>
              <a:rPr lang="ru-RU" dirty="0"/>
            </a:br>
            <a:r>
              <a:rPr lang="ru-RU" b="1" dirty="0"/>
              <a:t>Чернова Д. А.</a:t>
            </a:r>
          </a:p>
          <a:p>
            <a:r>
              <a:rPr lang="ru-RU" dirty="0"/>
              <a:t>Руководитель: к. э. н., доцент департамента туризма и гостеприимства</a:t>
            </a:r>
          </a:p>
          <a:p>
            <a:r>
              <a:rPr lang="ru-RU" b="1" dirty="0"/>
              <a:t>Шумакова Е. В.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7D1833E-A602-4806-8773-A3C472ED4D0B}"/>
              </a:ext>
            </a:extLst>
          </p:cNvPr>
          <p:cNvSpPr txBox="1">
            <a:spLocks/>
          </p:cNvSpPr>
          <p:nvPr/>
        </p:nvSpPr>
        <p:spPr>
          <a:xfrm>
            <a:off x="4812237" y="624670"/>
            <a:ext cx="6613451" cy="608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Выпускная квалификационная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2217602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ED838-8B97-DE96-E4D0-A36748D98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329" y="962382"/>
            <a:ext cx="9601200" cy="1485900"/>
          </a:xfrm>
        </p:spPr>
        <p:txBody>
          <a:bodyPr/>
          <a:lstStyle/>
          <a:p>
            <a:pPr algn="ctr"/>
            <a:r>
              <a:rPr lang="ru-RU" dirty="0"/>
              <a:t>Цели и задачи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53C475-F26E-4507-0228-00E70A171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719" y="2448282"/>
            <a:ext cx="10660420" cy="2833306"/>
          </a:xfrm>
        </p:spPr>
        <p:txBody>
          <a:bodyPr>
            <a:normAutofit lnSpcReduction="10000"/>
          </a:bodyPr>
          <a:lstStyle/>
          <a:p>
            <a:r>
              <a:rPr lang="ru-RU" sz="2600" b="1" u="sng" dirty="0"/>
              <a:t>Цель:</a:t>
            </a:r>
            <a:r>
              <a:rPr lang="ru-RU" sz="2600" dirty="0"/>
              <a:t> проанализировать проблемы цифровой туристской среды Владивостока в сфере навигации и проверить гипотезы о её несоответствии запросам </a:t>
            </a:r>
            <a:r>
              <a:rPr lang="ru-RU" sz="2600" dirty="0" err="1"/>
              <a:t>smart</a:t>
            </a:r>
            <a:r>
              <a:rPr lang="ru-RU" sz="2600" dirty="0"/>
              <a:t>-туризма и экономики впечатлений</a:t>
            </a:r>
          </a:p>
          <a:p>
            <a:endParaRPr lang="ru-RU" sz="2600" dirty="0"/>
          </a:p>
          <a:p>
            <a:r>
              <a:rPr lang="ru-RU" sz="2600" b="1" u="sng" dirty="0"/>
              <a:t>Задачи:</a:t>
            </a:r>
            <a:r>
              <a:rPr lang="ru-RU" sz="2600" dirty="0"/>
              <a:t> изучение понятий → описание проблем → применение инструментов → гипотезы → проверка → анализ → ключевая проблема → решение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46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F1CD3-CA1B-4BC0-3187-3614A683E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232" y="425302"/>
            <a:ext cx="9601200" cy="1329824"/>
          </a:xfrm>
        </p:spPr>
        <p:txBody>
          <a:bodyPr/>
          <a:lstStyle/>
          <a:p>
            <a:pPr algn="ctr"/>
            <a:r>
              <a:rPr lang="ru-RU" dirty="0"/>
              <a:t>Мотивация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D51EFB2B-34CE-F639-1E31-D55061B447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40381" y="1665701"/>
            <a:ext cx="4938410" cy="400937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F7F1BD-12AC-BB08-85AF-241355DF2B2B}"/>
              </a:ext>
            </a:extLst>
          </p:cNvPr>
          <p:cNvSpPr txBox="1"/>
          <p:nvPr/>
        </p:nvSpPr>
        <p:spPr>
          <a:xfrm>
            <a:off x="946265" y="1208175"/>
            <a:ext cx="575571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Почему это важно?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Владивосток — стратегическая туристическая дестинация Дальнего Востока;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Цифровизация туризма — государственный приоритет;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Существующие навигационные сервисы развиты фрагментарно;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Разрыв между туристическим потенциалом города и реальным опытом гостя.</a:t>
            </a:r>
          </a:p>
        </p:txBody>
      </p:sp>
    </p:spTree>
    <p:extLst>
      <p:ext uri="{BB962C8B-B14F-4D97-AF65-F5344CB8AC3E}">
        <p14:creationId xmlns:p14="http://schemas.microsoft.com/office/powerpoint/2010/main" val="392494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4E59A-40F1-4D66-AB07-C7ACBE25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883" y="176768"/>
            <a:ext cx="9601200" cy="1485900"/>
          </a:xfrm>
        </p:spPr>
        <p:txBody>
          <a:bodyPr anchor="ctr"/>
          <a:lstStyle/>
          <a:p>
            <a:pPr algn="ctr"/>
            <a:r>
              <a:rPr lang="ru-RU" dirty="0"/>
              <a:t>Проблемная область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E5B99F-6739-411E-9965-91470D8AF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865" y="1257737"/>
            <a:ext cx="5337546" cy="241049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ru-RU" sz="3200" i="1" u="sng" dirty="0"/>
              <a:t>«Цифровая туристская среда Владивостока в сегменте онлайн-навигации для самостоятельного туриста»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48559E2-C3B7-47DC-85D0-0E5B0152DB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9" r="17103"/>
          <a:stretch/>
        </p:blipFill>
        <p:spPr bwMode="auto">
          <a:xfrm>
            <a:off x="1057937" y="1956387"/>
            <a:ext cx="5337546" cy="400316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96CF3A-15DD-4F23-8210-A718B1816737}"/>
              </a:ext>
            </a:extLst>
          </p:cNvPr>
          <p:cNvSpPr txBox="1"/>
          <p:nvPr/>
        </p:nvSpPr>
        <p:spPr>
          <a:xfrm>
            <a:off x="6772936" y="3668232"/>
            <a:ext cx="49654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u="sng" dirty="0"/>
              <a:t>Контекст: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Smart-туризм требует технологической эффективности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Экономика впечатлений требует содержательной и эмоциональной ценности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Реальность: сервисы не соответствуют ни тому, ни другому</a:t>
            </a:r>
          </a:p>
        </p:txBody>
      </p:sp>
    </p:spTree>
    <p:extLst>
      <p:ext uri="{BB962C8B-B14F-4D97-AF65-F5344CB8AC3E}">
        <p14:creationId xmlns:p14="http://schemas.microsoft.com/office/powerpoint/2010/main" val="20425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D444E-7652-4CE1-BB1D-77CAAD98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156" y="576943"/>
            <a:ext cx="9601200" cy="1485900"/>
          </a:xfrm>
        </p:spPr>
        <p:txBody>
          <a:bodyPr anchor="ctr"/>
          <a:lstStyle/>
          <a:p>
            <a:pPr algn="ctr"/>
            <a:r>
              <a:rPr lang="ru-RU" dirty="0"/>
              <a:t>Сигналы проблемы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5C72354B-6340-48E8-9F70-755045AAA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905621"/>
              </p:ext>
            </p:extLst>
          </p:nvPr>
        </p:nvGraphicFramePr>
        <p:xfrm>
          <a:off x="1458685" y="1894114"/>
          <a:ext cx="10178142" cy="392024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92714">
                  <a:extLst>
                    <a:ext uri="{9D8B030D-6E8A-4147-A177-3AD203B41FA5}">
                      <a16:colId xmlns:a16="http://schemas.microsoft.com/office/drawing/2014/main" val="3553932970"/>
                    </a:ext>
                  </a:extLst>
                </a:gridCol>
                <a:gridCol w="3392714">
                  <a:extLst>
                    <a:ext uri="{9D8B030D-6E8A-4147-A177-3AD203B41FA5}">
                      <a16:colId xmlns:a16="http://schemas.microsoft.com/office/drawing/2014/main" val="4289503752"/>
                    </a:ext>
                  </a:extLst>
                </a:gridCol>
                <a:gridCol w="3392714">
                  <a:extLst>
                    <a:ext uri="{9D8B030D-6E8A-4147-A177-3AD203B41FA5}">
                      <a16:colId xmlns:a16="http://schemas.microsoft.com/office/drawing/2014/main" val="3725261442"/>
                    </a:ext>
                  </a:extLst>
                </a:gridCol>
              </a:tblGrid>
              <a:tr h="1077686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489856"/>
                  </a:ext>
                </a:extLst>
              </a:tr>
              <a:tr h="2842559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Анализ существующих научных исследований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Анализ отзывов на сайтах-агрегаторах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Личный опыт и наблюдения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75531"/>
                  </a:ext>
                </a:extLst>
              </a:tr>
            </a:tbl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B89E0A-BEBD-447F-AEDA-E4D3E672B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229" y="1975757"/>
            <a:ext cx="957942" cy="9579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3D2A003-7F99-4C8E-9E6C-3F0CF3B90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785" y="1975757"/>
            <a:ext cx="957942" cy="95794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2439C1C-90B9-4977-8941-18C0D3D194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2341" y="1975754"/>
            <a:ext cx="957948" cy="95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21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205E73-3DE9-43CC-BE87-4F0E6835A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884" y="349214"/>
            <a:ext cx="9601200" cy="855920"/>
          </a:xfrm>
        </p:spPr>
        <p:txBody>
          <a:bodyPr anchor="t">
            <a:normAutofit/>
          </a:bodyPr>
          <a:lstStyle/>
          <a:p>
            <a:pPr algn="ctr"/>
            <a:r>
              <a:rPr lang="ru-RU" sz="5400" b="1" dirty="0"/>
              <a:t>Проблема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5E857DC-F00E-4A09-80FB-FE2019D00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4983" y="1205134"/>
            <a:ext cx="8435166" cy="5053786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90B204-951B-4422-B8D4-E5B550DDB9AF}"/>
              </a:ext>
            </a:extLst>
          </p:cNvPr>
          <p:cNvSpPr txBox="1"/>
          <p:nvPr/>
        </p:nvSpPr>
        <p:spPr>
          <a:xfrm>
            <a:off x="3912781" y="6324120"/>
            <a:ext cx="49654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Дерево проблем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9433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22AB41-9151-4665-88F3-ADCACD38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354" y="686496"/>
            <a:ext cx="9601200" cy="717698"/>
          </a:xfrm>
        </p:spPr>
        <p:txBody>
          <a:bodyPr/>
          <a:lstStyle/>
          <a:p>
            <a:pPr algn="ctr"/>
            <a:r>
              <a:rPr lang="ru-RU" dirty="0"/>
              <a:t>Применённые инструменты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790EC769-0A09-4B53-B8A2-1EB9D07C06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354531"/>
              </p:ext>
            </p:extLst>
          </p:nvPr>
        </p:nvGraphicFramePr>
        <p:xfrm>
          <a:off x="1286540" y="2013325"/>
          <a:ext cx="10132828" cy="3440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6414">
                  <a:extLst>
                    <a:ext uri="{9D8B030D-6E8A-4147-A177-3AD203B41FA5}">
                      <a16:colId xmlns:a16="http://schemas.microsoft.com/office/drawing/2014/main" val="723194331"/>
                    </a:ext>
                  </a:extLst>
                </a:gridCol>
                <a:gridCol w="5066414">
                  <a:extLst>
                    <a:ext uri="{9D8B030D-6E8A-4147-A177-3AD203B41FA5}">
                      <a16:colId xmlns:a16="http://schemas.microsoft.com/office/drawing/2014/main" val="453724905"/>
                    </a:ext>
                  </a:extLst>
                </a:gridCol>
              </a:tblGrid>
              <a:tr h="508226"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Теоретический этап: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Практический этап: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400333"/>
                  </a:ext>
                </a:extLst>
              </a:tr>
              <a:tr h="5082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JTBD-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фрейм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(Jobs To Be Done)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Глубинное интервью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8707561"/>
                  </a:ext>
                </a:extLst>
              </a:tr>
              <a:tr h="5082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PESTEL-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анализ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Онлайн-опрос (n &gt; 80)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8982560"/>
                  </a:ext>
                </a:extLst>
              </a:tr>
              <a:tr h="8772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 Journey Map</a:t>
                      </a:r>
                    </a:p>
                    <a:p>
                      <a:pPr algn="ctr"/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Бенчмаркинг (RUSSPASS, «Пушкинская карта»,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Barcelona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Digital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Tourism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Platform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5522697"/>
                  </a:ext>
                </a:extLst>
              </a:tr>
              <a:tr h="5082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Карта эмпатии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0646340"/>
                  </a:ext>
                </a:extLst>
              </a:tr>
              <a:tr h="5204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SWOT-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анализ трёх платформ аудиогидов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208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77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B19E4-FA1D-4C70-B771-755C1648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312" y="579474"/>
            <a:ext cx="9601200" cy="930349"/>
          </a:xfrm>
        </p:spPr>
        <p:txBody>
          <a:bodyPr/>
          <a:lstStyle/>
          <a:p>
            <a:pPr algn="ctr"/>
            <a:r>
              <a:rPr lang="ru-RU" dirty="0"/>
              <a:t>Гипотезы проблемы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0F4A817-1CDD-4C53-981C-16CE20D14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27750"/>
              </p:ext>
            </p:extLst>
          </p:nvPr>
        </p:nvGraphicFramePr>
        <p:xfrm>
          <a:off x="1552354" y="1807034"/>
          <a:ext cx="9835116" cy="418658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295013">
                  <a:extLst>
                    <a:ext uri="{9D8B030D-6E8A-4147-A177-3AD203B41FA5}">
                      <a16:colId xmlns:a16="http://schemas.microsoft.com/office/drawing/2014/main" val="3331231690"/>
                    </a:ext>
                  </a:extLst>
                </a:gridCol>
                <a:gridCol w="4540103">
                  <a:extLst>
                    <a:ext uri="{9D8B030D-6E8A-4147-A177-3AD203B41FA5}">
                      <a16:colId xmlns:a16="http://schemas.microsoft.com/office/drawing/2014/main" val="3402994465"/>
                    </a:ext>
                  </a:extLst>
                </a:gridCol>
              </a:tblGrid>
              <a:tr h="452800">
                <a:tc>
                  <a:txBody>
                    <a:bodyPr/>
                    <a:lstStyle/>
                    <a:p>
                      <a:pPr algn="ctr"/>
                      <a:r>
                        <a:rPr lang="ru-RU" sz="2800" b="1" dirty="0">
                          <a:effectLst/>
                        </a:rPr>
                        <a:t>Гипотеза</a:t>
                      </a:r>
                      <a:endParaRPr lang="ru-RU" sz="2800" b="1" dirty="0">
                        <a:effectLst/>
                        <a:latin typeface="quote-cjk-patch"/>
                      </a:endParaRPr>
                    </a:p>
                  </a:txBody>
                  <a:tcPr marL="83939" marR="111919" marT="69949" marB="6994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2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Подтверждена методом</a:t>
                      </a:r>
                    </a:p>
                  </a:txBody>
                  <a:tcPr marL="111919" marR="111919" marT="69949" marB="69949" anchor="ctr"/>
                </a:tc>
                <a:extLst>
                  <a:ext uri="{0D108BD9-81ED-4DB2-BD59-A6C34878D82A}">
                    <a16:rowId xmlns:a16="http://schemas.microsoft.com/office/drawing/2014/main" val="4151139214"/>
                  </a:ext>
                </a:extLst>
              </a:tr>
              <a:tr h="1301919">
                <a:tc>
                  <a:txBody>
                    <a:bodyPr/>
                    <a:lstStyle/>
                    <a:p>
                      <a:r>
                        <a:rPr lang="ru-RU" sz="2000" b="1" dirty="0">
                          <a:effectLst/>
                        </a:rPr>
                        <a:t>Г1:</a:t>
                      </a:r>
                      <a:r>
                        <a:rPr lang="ru-RU" sz="2000" b="0" dirty="0">
                          <a:effectLst/>
                        </a:rPr>
                        <a:t> Сложные интерфейсы → когнитивная перегрузка → снижение удовлетворённости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83939" marR="111919" marT="69949" marB="69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effectLst/>
                        </a:rPr>
                        <a:t>Глубинное интервью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11919" marR="83939" marT="69949" marB="69949" anchor="ctr"/>
                </a:tc>
                <a:extLst>
                  <a:ext uri="{0D108BD9-81ED-4DB2-BD59-A6C34878D82A}">
                    <a16:rowId xmlns:a16="http://schemas.microsoft.com/office/drawing/2014/main" val="460491960"/>
                  </a:ext>
                </a:extLst>
              </a:tr>
              <a:tr h="1301919">
                <a:tc>
                  <a:txBody>
                    <a:bodyPr/>
                    <a:lstStyle/>
                    <a:p>
                      <a:r>
                        <a:rPr lang="ru-RU" sz="2000" b="1">
                          <a:effectLst/>
                        </a:rPr>
                        <a:t>Г2:</a:t>
                      </a:r>
                      <a:r>
                        <a:rPr lang="ru-RU" sz="2000" b="0">
                          <a:effectLst/>
                        </a:rPr>
                        <a:t> Шаблонный контент → сокрытие аутентичных мест → поверхностный образ города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83939" marR="111919" marT="69949" marB="69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effectLst/>
                        </a:rPr>
                        <a:t>Онлайн-опрос (</a:t>
                      </a:r>
                      <a:r>
                        <a:rPr lang="en-US" sz="2000" b="0" dirty="0">
                          <a:effectLst/>
                        </a:rPr>
                        <a:t>n &gt; 80)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11919" marR="83939" marT="69949" marB="69949" anchor="ctr"/>
                </a:tc>
                <a:extLst>
                  <a:ext uri="{0D108BD9-81ED-4DB2-BD59-A6C34878D82A}">
                    <a16:rowId xmlns:a16="http://schemas.microsoft.com/office/drawing/2014/main" val="2632242222"/>
                  </a:ext>
                </a:extLst>
              </a:tr>
              <a:tr h="1016132">
                <a:tc>
                  <a:txBody>
                    <a:bodyPr/>
                    <a:lstStyle/>
                    <a:p>
                      <a:r>
                        <a:rPr lang="ru-RU" sz="2000" b="1" dirty="0">
                          <a:effectLst/>
                        </a:rPr>
                        <a:t>Г3:</a:t>
                      </a:r>
                      <a:r>
                        <a:rPr lang="ru-RU" sz="2000" b="0" dirty="0">
                          <a:effectLst/>
                        </a:rPr>
                        <a:t> Фрагментация → рост транзакционных издержек → дробление впечатления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83939" marR="111919" marT="69949" marB="6994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effectLst/>
                        </a:rPr>
                        <a:t>Бенчмаркинг (RUSSPASS, «Пушкинская карта», </a:t>
                      </a:r>
                      <a:r>
                        <a:rPr lang="ru-RU" sz="2000" b="0" dirty="0" err="1">
                          <a:effectLst/>
                        </a:rPr>
                        <a:t>Barcelona</a:t>
                      </a:r>
                      <a:r>
                        <a:rPr lang="ru-RU" sz="2000" b="0" dirty="0">
                          <a:effectLst/>
                        </a:rPr>
                        <a:t>)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11919" marR="83939" marT="69949" marB="69949" anchor="ctr"/>
                </a:tc>
                <a:extLst>
                  <a:ext uri="{0D108BD9-81ED-4DB2-BD59-A6C34878D82A}">
                    <a16:rowId xmlns:a16="http://schemas.microsoft.com/office/drawing/2014/main" val="630678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951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C6528-CDA7-440B-9C99-955710001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2126"/>
          </a:xfrm>
        </p:spPr>
        <p:txBody>
          <a:bodyPr/>
          <a:lstStyle/>
          <a:p>
            <a:pPr algn="ctr"/>
            <a:r>
              <a:rPr lang="ru-RU" dirty="0"/>
              <a:t>Итоговое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BDE807-8157-42DF-8242-1E92562E1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582" y="1662224"/>
            <a:ext cx="6018028" cy="45099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400" b="1" i="0" dirty="0">
                <a:solidFill>
                  <a:schemeClr val="tx1"/>
                </a:solidFill>
                <a:effectLst/>
              </a:rPr>
              <a:t>Креативный аудиогид по Владивостоку для гостей апарт-отеля «Золотой ключик»</a:t>
            </a:r>
            <a:endParaRPr lang="ru-RU" sz="2400" b="0" i="0" dirty="0">
              <a:solidFill>
                <a:schemeClr val="tx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5 аудиогидов (включая 1 </a:t>
            </a:r>
            <a:r>
              <a:rPr lang="ru-RU" sz="2400" b="0" i="0" dirty="0" err="1">
                <a:solidFill>
                  <a:schemeClr val="tx1"/>
                </a:solidFill>
                <a:effectLst/>
              </a:rPr>
              <a:t>аудиосказку</a:t>
            </a:r>
            <a:r>
              <a:rPr lang="ru-RU" sz="2400" b="0" i="0" dirty="0">
                <a:solidFill>
                  <a:schemeClr val="tx1"/>
                </a:solidFill>
                <a:effectLst/>
              </a:rPr>
              <a:t> для детей);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3 стихотворения в жанре гражданской поэзии;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Доступ: сайт отеля + интерактивная ссылка в PDF-справочнике;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chemeClr val="tx1"/>
                </a:solidFill>
                <a:effectLst/>
              </a:rPr>
              <a:t>Никаких приложений, регистраций, паролей.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A197BF0-2153-428A-A979-4F2EC1656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614" y="1477926"/>
            <a:ext cx="4522382" cy="4522382"/>
          </a:xfrm>
          <a:prstGeom prst="roundRect">
            <a:avLst>
              <a:gd name="adj" fmla="val 3234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84199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C6528-CDA7-440B-9C99-955710001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2126"/>
          </a:xfrm>
        </p:spPr>
        <p:txBody>
          <a:bodyPr/>
          <a:lstStyle/>
          <a:p>
            <a:pPr algn="ctr"/>
            <a:r>
              <a:rPr lang="ru-RU" dirty="0"/>
              <a:t>Итоговое решение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AD77B7A-0441-433D-8BD2-AA0CA9E8C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777" y="1477926"/>
            <a:ext cx="6372446" cy="505186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9ED0F42-B416-4DCF-81DF-030EF077E51E}"/>
              </a:ext>
            </a:extLst>
          </p:cNvPr>
          <p:cNvSpPr/>
          <p:nvPr/>
        </p:nvSpPr>
        <p:spPr>
          <a:xfrm>
            <a:off x="3113568" y="3774559"/>
            <a:ext cx="6117264" cy="691116"/>
          </a:xfrm>
          <a:prstGeom prst="round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497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C6528-CDA7-440B-9C99-955710001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2126"/>
          </a:xfrm>
        </p:spPr>
        <p:txBody>
          <a:bodyPr/>
          <a:lstStyle/>
          <a:p>
            <a:pPr algn="ctr"/>
            <a:r>
              <a:rPr lang="ru-RU" dirty="0"/>
              <a:t>Итоговое решение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78DEE9F-E3C1-43F4-B0AD-B2C92862D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7220C8-C831-4DCC-9CF3-6BF355D920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1"/>
          <a:stretch/>
        </p:blipFill>
        <p:spPr>
          <a:xfrm>
            <a:off x="784992" y="1717158"/>
            <a:ext cx="2787496" cy="44550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F6DC1BA-7277-44A8-9A05-9F14020E8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001" y="1624216"/>
            <a:ext cx="2752744" cy="466769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E79A03E-69B7-48E1-9DF1-1A0E94FC2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332" y="1608456"/>
            <a:ext cx="2791420" cy="468345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733D157-AB7F-4CE4-AE21-64A4809F9C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0265" y="1624216"/>
            <a:ext cx="2750372" cy="466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12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C6528-CDA7-440B-9C99-955710001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2126"/>
          </a:xfrm>
        </p:spPr>
        <p:txBody>
          <a:bodyPr/>
          <a:lstStyle/>
          <a:p>
            <a:pPr algn="ctr"/>
            <a:r>
              <a:rPr lang="ru-RU" dirty="0"/>
              <a:t>Итоговое решение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BC11148-6598-4C3C-98DC-30FD316E1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129" y="1174899"/>
            <a:ext cx="4656142" cy="523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55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A08BA6-78C9-40B2-AC24-F655683A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8963"/>
          </a:xfrm>
        </p:spPr>
        <p:txBody>
          <a:bodyPr/>
          <a:lstStyle/>
          <a:p>
            <a:pPr algn="ctr"/>
            <a:r>
              <a:rPr lang="ru-RU" dirty="0"/>
              <a:t>Как решение закрывает проблемы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3090CD9-EDEF-4ABD-9B10-40BEFEE655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537663"/>
              </p:ext>
            </p:extLst>
          </p:nvPr>
        </p:nvGraphicFramePr>
        <p:xfrm>
          <a:off x="1658679" y="2083982"/>
          <a:ext cx="9601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404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4DA1D-250C-48F9-AA05-093A4AF3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4023"/>
          </a:xfrm>
        </p:spPr>
        <p:txBody>
          <a:bodyPr/>
          <a:lstStyle/>
          <a:p>
            <a:pPr algn="ctr"/>
            <a:r>
              <a:rPr lang="ru-RU" dirty="0"/>
              <a:t>Результаты апробации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DFEDD9E-A785-436C-B92A-0182105A91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4125198"/>
              </p:ext>
            </p:extLst>
          </p:nvPr>
        </p:nvGraphicFramePr>
        <p:xfrm>
          <a:off x="1733107" y="1667540"/>
          <a:ext cx="8878186" cy="4818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64989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090CF8-02EC-4E0F-8D44-CFFEA77D8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251" y="526311"/>
            <a:ext cx="9601200" cy="845288"/>
          </a:xfrm>
        </p:spPr>
        <p:txBody>
          <a:bodyPr/>
          <a:lstStyle/>
          <a:p>
            <a:pPr algn="ctr"/>
            <a:r>
              <a:rPr lang="ru-RU" dirty="0"/>
              <a:t>Перспективы для развития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8AEE8C0-C3F4-439E-9A3A-E354C0E16B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8092216"/>
              </p:ext>
            </p:extLst>
          </p:nvPr>
        </p:nvGraphicFramePr>
        <p:xfrm>
          <a:off x="1026041" y="1371599"/>
          <a:ext cx="10717619" cy="5240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4458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C84C6CA-21A4-43C8-BD27-FF15FF2BD8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011737"/>
            <a:ext cx="8361229" cy="2098226"/>
          </a:xfrm>
        </p:spPr>
        <p:txBody>
          <a:bodyPr/>
          <a:lstStyle/>
          <a:p>
            <a:r>
              <a:rPr lang="ru-RU" sz="4400" dirty="0"/>
              <a:t>Разработка креативного аудиогида для обогащения туристского опыта гостей в апарт-отеле Владивостока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E4F40AA9-78BA-4EC2-8B6D-110A6356B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3" y="4179562"/>
            <a:ext cx="6831673" cy="1086237"/>
          </a:xfrm>
        </p:spPr>
        <p:txBody>
          <a:bodyPr/>
          <a:lstStyle/>
          <a:p>
            <a:r>
              <a:rPr lang="ru-RU" dirty="0"/>
              <a:t>Благодарю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760208416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526</TotalTime>
  <Words>465</Words>
  <Application>Microsoft Office PowerPoint</Application>
  <PresentationFormat>Широкоэкранный</PresentationFormat>
  <Paragraphs>96</Paragraphs>
  <Slides>16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Franklin Gothic Book</vt:lpstr>
      <vt:lpstr>quote-cjk-patch</vt:lpstr>
      <vt:lpstr>Уголки</vt:lpstr>
      <vt:lpstr>Разработка креативного аудиогида для обогащения туристского опыта гостей в апарт-отеле Владивостока</vt:lpstr>
      <vt:lpstr>Цели и задачи исследования</vt:lpstr>
      <vt:lpstr>Мотивация</vt:lpstr>
      <vt:lpstr>Проблемная область</vt:lpstr>
      <vt:lpstr>Сигналы проблемы</vt:lpstr>
      <vt:lpstr>Проблема</vt:lpstr>
      <vt:lpstr>Применённые инструменты</vt:lpstr>
      <vt:lpstr>Гипотезы проблемы</vt:lpstr>
      <vt:lpstr>Итоговое решение</vt:lpstr>
      <vt:lpstr>Итоговое решение</vt:lpstr>
      <vt:lpstr>Итоговое решение</vt:lpstr>
      <vt:lpstr>Итоговое решение</vt:lpstr>
      <vt:lpstr>Как решение закрывает проблемы</vt:lpstr>
      <vt:lpstr>Результаты апробации</vt:lpstr>
      <vt:lpstr>Перспективы для развития</vt:lpstr>
      <vt:lpstr>Разработка креативного аудиогида для обогащения туристского опыта гостей в апарт-отеле Владивостока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Виды онлайн навигации в г. Владивостоке</dc:title>
  <dc:creator>Дарья Чернова</dc:creator>
  <cp:lastModifiedBy>Чернова Дарья Артёмовна</cp:lastModifiedBy>
  <cp:revision>32</cp:revision>
  <dcterms:created xsi:type="dcterms:W3CDTF">2026-01-08T03:01:15Z</dcterms:created>
  <dcterms:modified xsi:type="dcterms:W3CDTF">2026-06-22T03:19:59Z</dcterms:modified>
</cp:coreProperties>
</file>